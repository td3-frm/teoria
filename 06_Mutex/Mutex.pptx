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8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1DE96B-A766-4101-BF00-766B68D6ACB0}" type="doc">
      <dgm:prSet loTypeId="urn:microsoft.com/office/officeart/2016/7/layout/LinearBlockProcessNumbered" loCatId="process" qsTypeId="urn:microsoft.com/office/officeart/2005/8/quickstyle/simple1" qsCatId="simple" csTypeId="urn:microsoft.com/office/officeart/2005/8/colors/accent1_2" csCatId="accent1" phldr="1"/>
      <dgm:spPr/>
      <dgm:t>
        <a:bodyPr/>
        <a:lstStyle/>
        <a:p>
          <a:endParaRPr lang="en-US"/>
        </a:p>
      </dgm:t>
    </dgm:pt>
    <dgm:pt modelId="{92D208B8-A115-4ECF-B446-8FD94CFAD41C}">
      <dgm:prSet/>
      <dgm:spPr/>
      <dgm:t>
        <a:bodyPr/>
        <a:lstStyle/>
        <a:p>
          <a:r>
            <a:rPr lang="es-ES" dirty="0"/>
            <a:t>Un </a:t>
          </a:r>
          <a:r>
            <a:rPr lang="es-ES" dirty="0" err="1"/>
            <a:t>lock</a:t>
          </a:r>
          <a:r>
            <a:rPr lang="es-ES" dirty="0"/>
            <a:t> es una variable que puede estar en dos estados</a:t>
          </a:r>
          <a:endParaRPr lang="en-US" dirty="0"/>
        </a:p>
      </dgm:t>
    </dgm:pt>
    <dgm:pt modelId="{8E706D22-63C9-4C6B-80E8-C19418779D88}" type="parTrans" cxnId="{E53DD63A-9F05-4F35-B384-B0D2162873B5}">
      <dgm:prSet/>
      <dgm:spPr/>
      <dgm:t>
        <a:bodyPr/>
        <a:lstStyle/>
        <a:p>
          <a:endParaRPr lang="en-US"/>
        </a:p>
      </dgm:t>
    </dgm:pt>
    <dgm:pt modelId="{D947A85B-2574-4F7F-94BC-0D44649DEDDF}" type="sibTrans" cxnId="{E53DD63A-9F05-4F35-B384-B0D2162873B5}">
      <dgm:prSet phldrT="01" phldr="0"/>
      <dgm:spPr/>
      <dgm:t>
        <a:bodyPr/>
        <a:lstStyle/>
        <a:p>
          <a:r>
            <a:rPr lang="en-US"/>
            <a:t>01</a:t>
          </a:r>
        </a:p>
      </dgm:t>
    </dgm:pt>
    <dgm:pt modelId="{ED4AEDD4-C67C-4AD8-8BBE-E9D71D23DCA2}">
      <dgm:prSet/>
      <dgm:spPr/>
      <dgm:t>
        <a:bodyPr/>
        <a:lstStyle/>
        <a:p>
          <a:r>
            <a:rPr lang="es-ES"/>
            <a:t>Desbloqueado: Ningún hilo lo posee</a:t>
          </a:r>
          <a:endParaRPr lang="en-US"/>
        </a:p>
      </dgm:t>
    </dgm:pt>
    <dgm:pt modelId="{F5B61D07-3C34-47AE-9B85-494F670E67C9}" type="parTrans" cxnId="{5B73D16E-E7C6-4132-9EAC-D51A2C848A0E}">
      <dgm:prSet/>
      <dgm:spPr/>
      <dgm:t>
        <a:bodyPr/>
        <a:lstStyle/>
        <a:p>
          <a:endParaRPr lang="en-US"/>
        </a:p>
      </dgm:t>
    </dgm:pt>
    <dgm:pt modelId="{99565254-A3D4-4E7D-A841-7E53FBC0E8FA}" type="sibTrans" cxnId="{5B73D16E-E7C6-4132-9EAC-D51A2C848A0E}">
      <dgm:prSet phldrT="02" phldr="0"/>
      <dgm:spPr/>
      <dgm:t>
        <a:bodyPr/>
        <a:lstStyle/>
        <a:p>
          <a:r>
            <a:rPr lang="en-US"/>
            <a:t>02</a:t>
          </a:r>
        </a:p>
      </dgm:t>
    </dgm:pt>
    <dgm:pt modelId="{A8AE75C1-CA3E-4C0B-B973-46D8C6913E86}">
      <dgm:prSet/>
      <dgm:spPr/>
      <dgm:t>
        <a:bodyPr/>
        <a:lstStyle/>
        <a:p>
          <a:r>
            <a:rPr lang="es-ES"/>
            <a:t>Bloqueado: Un único hilo lo posee y está en una sección crítica. </a:t>
          </a:r>
          <a:endParaRPr lang="en-US"/>
        </a:p>
      </dgm:t>
    </dgm:pt>
    <dgm:pt modelId="{709954A1-3A24-4467-ADC1-439D370DB523}" type="parTrans" cxnId="{327F9E87-A3EC-46A1-8878-679AD95BE098}">
      <dgm:prSet/>
      <dgm:spPr/>
      <dgm:t>
        <a:bodyPr/>
        <a:lstStyle/>
        <a:p>
          <a:endParaRPr lang="en-US"/>
        </a:p>
      </dgm:t>
    </dgm:pt>
    <dgm:pt modelId="{13870E03-FB04-4C6E-8516-7D9C854D7606}" type="sibTrans" cxnId="{327F9E87-A3EC-46A1-8878-679AD95BE098}">
      <dgm:prSet phldrT="03" phldr="0"/>
      <dgm:spPr/>
      <dgm:t>
        <a:bodyPr/>
        <a:lstStyle/>
        <a:p>
          <a:r>
            <a:rPr lang="en-US"/>
            <a:t>03</a:t>
          </a:r>
        </a:p>
      </dgm:t>
    </dgm:pt>
    <dgm:pt modelId="{F7A2F445-D785-4150-A558-BDDF911AB19D}" type="pres">
      <dgm:prSet presAssocID="{661DE96B-A766-4101-BF00-766B68D6ACB0}" presName="Name0" presStyleCnt="0">
        <dgm:presLayoutVars>
          <dgm:animLvl val="lvl"/>
          <dgm:resizeHandles val="exact"/>
        </dgm:presLayoutVars>
      </dgm:prSet>
      <dgm:spPr/>
    </dgm:pt>
    <dgm:pt modelId="{E08EA3C0-DC56-49EE-BADF-45ED2412B9A3}" type="pres">
      <dgm:prSet presAssocID="{92D208B8-A115-4ECF-B446-8FD94CFAD41C}" presName="compositeNode" presStyleCnt="0">
        <dgm:presLayoutVars>
          <dgm:bulletEnabled val="1"/>
        </dgm:presLayoutVars>
      </dgm:prSet>
      <dgm:spPr/>
    </dgm:pt>
    <dgm:pt modelId="{384909F3-4845-4FCA-8CB2-590FC08C9283}" type="pres">
      <dgm:prSet presAssocID="{92D208B8-A115-4ECF-B446-8FD94CFAD41C}" presName="bgRect" presStyleLbl="alignNode1" presStyleIdx="0" presStyleCnt="3"/>
      <dgm:spPr/>
    </dgm:pt>
    <dgm:pt modelId="{0BE5AF27-EE57-4179-8D18-695F787DA0B9}" type="pres">
      <dgm:prSet presAssocID="{D947A85B-2574-4F7F-94BC-0D44649DEDDF}" presName="sibTransNodeRect" presStyleLbl="alignNode1" presStyleIdx="0" presStyleCnt="3">
        <dgm:presLayoutVars>
          <dgm:chMax val="0"/>
          <dgm:bulletEnabled val="1"/>
        </dgm:presLayoutVars>
      </dgm:prSet>
      <dgm:spPr/>
    </dgm:pt>
    <dgm:pt modelId="{C821D0DA-FCA0-4425-9A52-B59100B7AB57}" type="pres">
      <dgm:prSet presAssocID="{92D208B8-A115-4ECF-B446-8FD94CFAD41C}" presName="nodeRect" presStyleLbl="alignNode1" presStyleIdx="0" presStyleCnt="3">
        <dgm:presLayoutVars>
          <dgm:bulletEnabled val="1"/>
        </dgm:presLayoutVars>
      </dgm:prSet>
      <dgm:spPr/>
    </dgm:pt>
    <dgm:pt modelId="{CAF3A139-A6FD-4544-98F8-E0B6D49013D7}" type="pres">
      <dgm:prSet presAssocID="{D947A85B-2574-4F7F-94BC-0D44649DEDDF}" presName="sibTrans" presStyleCnt="0"/>
      <dgm:spPr/>
    </dgm:pt>
    <dgm:pt modelId="{CAB367A3-71F3-4424-BC3D-22A2B8164224}" type="pres">
      <dgm:prSet presAssocID="{ED4AEDD4-C67C-4AD8-8BBE-E9D71D23DCA2}" presName="compositeNode" presStyleCnt="0">
        <dgm:presLayoutVars>
          <dgm:bulletEnabled val="1"/>
        </dgm:presLayoutVars>
      </dgm:prSet>
      <dgm:spPr/>
    </dgm:pt>
    <dgm:pt modelId="{B57A1E8D-84B8-406B-A6CE-4FE8A26A4FA8}" type="pres">
      <dgm:prSet presAssocID="{ED4AEDD4-C67C-4AD8-8BBE-E9D71D23DCA2}" presName="bgRect" presStyleLbl="alignNode1" presStyleIdx="1" presStyleCnt="3"/>
      <dgm:spPr/>
    </dgm:pt>
    <dgm:pt modelId="{1F14FD1B-AEB0-4DE5-A966-471644017360}" type="pres">
      <dgm:prSet presAssocID="{99565254-A3D4-4E7D-A841-7E53FBC0E8FA}" presName="sibTransNodeRect" presStyleLbl="alignNode1" presStyleIdx="1" presStyleCnt="3">
        <dgm:presLayoutVars>
          <dgm:chMax val="0"/>
          <dgm:bulletEnabled val="1"/>
        </dgm:presLayoutVars>
      </dgm:prSet>
      <dgm:spPr/>
    </dgm:pt>
    <dgm:pt modelId="{A46A2C1C-01A3-4FD9-AA69-CF83572ED486}" type="pres">
      <dgm:prSet presAssocID="{ED4AEDD4-C67C-4AD8-8BBE-E9D71D23DCA2}" presName="nodeRect" presStyleLbl="alignNode1" presStyleIdx="1" presStyleCnt="3">
        <dgm:presLayoutVars>
          <dgm:bulletEnabled val="1"/>
        </dgm:presLayoutVars>
      </dgm:prSet>
      <dgm:spPr/>
    </dgm:pt>
    <dgm:pt modelId="{A1856B20-EB30-4CB2-9831-B0375D172A1A}" type="pres">
      <dgm:prSet presAssocID="{99565254-A3D4-4E7D-A841-7E53FBC0E8FA}" presName="sibTrans" presStyleCnt="0"/>
      <dgm:spPr/>
    </dgm:pt>
    <dgm:pt modelId="{AB5EF85D-14FE-44CA-88F2-7865DA6D5952}" type="pres">
      <dgm:prSet presAssocID="{A8AE75C1-CA3E-4C0B-B973-46D8C6913E86}" presName="compositeNode" presStyleCnt="0">
        <dgm:presLayoutVars>
          <dgm:bulletEnabled val="1"/>
        </dgm:presLayoutVars>
      </dgm:prSet>
      <dgm:spPr/>
    </dgm:pt>
    <dgm:pt modelId="{6349E4B0-E0B4-4C4D-8C73-FC38F8A61E1B}" type="pres">
      <dgm:prSet presAssocID="{A8AE75C1-CA3E-4C0B-B973-46D8C6913E86}" presName="bgRect" presStyleLbl="alignNode1" presStyleIdx="2" presStyleCnt="3"/>
      <dgm:spPr/>
    </dgm:pt>
    <dgm:pt modelId="{B4518DC3-CE75-4EF5-B1CE-37B5AD1343A9}" type="pres">
      <dgm:prSet presAssocID="{13870E03-FB04-4C6E-8516-7D9C854D7606}" presName="sibTransNodeRect" presStyleLbl="alignNode1" presStyleIdx="2" presStyleCnt="3">
        <dgm:presLayoutVars>
          <dgm:chMax val="0"/>
          <dgm:bulletEnabled val="1"/>
        </dgm:presLayoutVars>
      </dgm:prSet>
      <dgm:spPr/>
    </dgm:pt>
    <dgm:pt modelId="{F1C1B73B-8995-4C95-8964-4297D89944F0}" type="pres">
      <dgm:prSet presAssocID="{A8AE75C1-CA3E-4C0B-B973-46D8C6913E86}" presName="nodeRect" presStyleLbl="alignNode1" presStyleIdx="2" presStyleCnt="3">
        <dgm:presLayoutVars>
          <dgm:bulletEnabled val="1"/>
        </dgm:presLayoutVars>
      </dgm:prSet>
      <dgm:spPr/>
    </dgm:pt>
  </dgm:ptLst>
  <dgm:cxnLst>
    <dgm:cxn modelId="{7430811F-3603-4E99-A7CB-BA2E07A20812}" type="presOf" srcId="{92D208B8-A115-4ECF-B446-8FD94CFAD41C}" destId="{384909F3-4845-4FCA-8CB2-590FC08C9283}" srcOrd="0" destOrd="0" presId="urn:microsoft.com/office/officeart/2016/7/layout/LinearBlockProcessNumbered"/>
    <dgm:cxn modelId="{E53DD63A-9F05-4F35-B384-B0D2162873B5}" srcId="{661DE96B-A766-4101-BF00-766B68D6ACB0}" destId="{92D208B8-A115-4ECF-B446-8FD94CFAD41C}" srcOrd="0" destOrd="0" parTransId="{8E706D22-63C9-4C6B-80E8-C19418779D88}" sibTransId="{D947A85B-2574-4F7F-94BC-0D44649DEDDF}"/>
    <dgm:cxn modelId="{5B73D16E-E7C6-4132-9EAC-D51A2C848A0E}" srcId="{661DE96B-A766-4101-BF00-766B68D6ACB0}" destId="{ED4AEDD4-C67C-4AD8-8BBE-E9D71D23DCA2}" srcOrd="1" destOrd="0" parTransId="{F5B61D07-3C34-47AE-9B85-494F670E67C9}" sibTransId="{99565254-A3D4-4E7D-A841-7E53FBC0E8FA}"/>
    <dgm:cxn modelId="{65283F74-87DE-49EB-813F-38A814775568}" type="presOf" srcId="{ED4AEDD4-C67C-4AD8-8BBE-E9D71D23DCA2}" destId="{B57A1E8D-84B8-406B-A6CE-4FE8A26A4FA8}" srcOrd="0" destOrd="0" presId="urn:microsoft.com/office/officeart/2016/7/layout/LinearBlockProcessNumbered"/>
    <dgm:cxn modelId="{4BF2DD59-0E2C-4741-A37B-8372C9B213B2}" type="presOf" srcId="{92D208B8-A115-4ECF-B446-8FD94CFAD41C}" destId="{C821D0DA-FCA0-4425-9A52-B59100B7AB57}" srcOrd="1" destOrd="0" presId="urn:microsoft.com/office/officeart/2016/7/layout/LinearBlockProcessNumbered"/>
    <dgm:cxn modelId="{791E4687-DC7D-473C-BDB3-2E03C2641E1A}" type="presOf" srcId="{ED4AEDD4-C67C-4AD8-8BBE-E9D71D23DCA2}" destId="{A46A2C1C-01A3-4FD9-AA69-CF83572ED486}" srcOrd="1" destOrd="0" presId="urn:microsoft.com/office/officeart/2016/7/layout/LinearBlockProcessNumbered"/>
    <dgm:cxn modelId="{327F9E87-A3EC-46A1-8878-679AD95BE098}" srcId="{661DE96B-A766-4101-BF00-766B68D6ACB0}" destId="{A8AE75C1-CA3E-4C0B-B973-46D8C6913E86}" srcOrd="2" destOrd="0" parTransId="{709954A1-3A24-4467-ADC1-439D370DB523}" sibTransId="{13870E03-FB04-4C6E-8516-7D9C854D7606}"/>
    <dgm:cxn modelId="{F5BBD98C-B844-43C8-80D0-A985262A5483}" type="presOf" srcId="{13870E03-FB04-4C6E-8516-7D9C854D7606}" destId="{B4518DC3-CE75-4EF5-B1CE-37B5AD1343A9}" srcOrd="0" destOrd="0" presId="urn:microsoft.com/office/officeart/2016/7/layout/LinearBlockProcessNumbered"/>
    <dgm:cxn modelId="{D6BE84D3-9A62-40AB-B2E6-B9CDC29D3091}" type="presOf" srcId="{D947A85B-2574-4F7F-94BC-0D44649DEDDF}" destId="{0BE5AF27-EE57-4179-8D18-695F787DA0B9}" srcOrd="0" destOrd="0" presId="urn:microsoft.com/office/officeart/2016/7/layout/LinearBlockProcessNumbered"/>
    <dgm:cxn modelId="{420930ED-E96C-44AB-A076-A4730A50F5D7}" type="presOf" srcId="{A8AE75C1-CA3E-4C0B-B973-46D8C6913E86}" destId="{F1C1B73B-8995-4C95-8964-4297D89944F0}" srcOrd="1" destOrd="0" presId="urn:microsoft.com/office/officeart/2016/7/layout/LinearBlockProcessNumbered"/>
    <dgm:cxn modelId="{4678B6EF-8352-4DDE-B2E1-4180420629C9}" type="presOf" srcId="{99565254-A3D4-4E7D-A841-7E53FBC0E8FA}" destId="{1F14FD1B-AEB0-4DE5-A966-471644017360}" srcOrd="0" destOrd="0" presId="urn:microsoft.com/office/officeart/2016/7/layout/LinearBlockProcessNumbered"/>
    <dgm:cxn modelId="{7314FAF2-3E6A-4778-9586-F3862D33D1D4}" type="presOf" srcId="{661DE96B-A766-4101-BF00-766B68D6ACB0}" destId="{F7A2F445-D785-4150-A558-BDDF911AB19D}" srcOrd="0" destOrd="0" presId="urn:microsoft.com/office/officeart/2016/7/layout/LinearBlockProcessNumbered"/>
    <dgm:cxn modelId="{C9B3ACF8-B72F-4BF6-8258-639CE43FADC0}" type="presOf" srcId="{A8AE75C1-CA3E-4C0B-B973-46D8C6913E86}" destId="{6349E4B0-E0B4-4C4D-8C73-FC38F8A61E1B}" srcOrd="0" destOrd="0" presId="urn:microsoft.com/office/officeart/2016/7/layout/LinearBlockProcessNumbered"/>
    <dgm:cxn modelId="{B010B50D-CC0F-4704-A078-927E54BEEFE3}" type="presParOf" srcId="{F7A2F445-D785-4150-A558-BDDF911AB19D}" destId="{E08EA3C0-DC56-49EE-BADF-45ED2412B9A3}" srcOrd="0" destOrd="0" presId="urn:microsoft.com/office/officeart/2016/7/layout/LinearBlockProcessNumbered"/>
    <dgm:cxn modelId="{5B25FDDD-D3AD-4689-9B36-86393306BB78}" type="presParOf" srcId="{E08EA3C0-DC56-49EE-BADF-45ED2412B9A3}" destId="{384909F3-4845-4FCA-8CB2-590FC08C9283}" srcOrd="0" destOrd="0" presId="urn:microsoft.com/office/officeart/2016/7/layout/LinearBlockProcessNumbered"/>
    <dgm:cxn modelId="{DB6E47B5-0B6D-4EF8-AD80-ECC8E4026FA9}" type="presParOf" srcId="{E08EA3C0-DC56-49EE-BADF-45ED2412B9A3}" destId="{0BE5AF27-EE57-4179-8D18-695F787DA0B9}" srcOrd="1" destOrd="0" presId="urn:microsoft.com/office/officeart/2016/7/layout/LinearBlockProcessNumbered"/>
    <dgm:cxn modelId="{2E43D12D-A151-47F6-AF54-38B338ED201C}" type="presParOf" srcId="{E08EA3C0-DC56-49EE-BADF-45ED2412B9A3}" destId="{C821D0DA-FCA0-4425-9A52-B59100B7AB57}" srcOrd="2" destOrd="0" presId="urn:microsoft.com/office/officeart/2016/7/layout/LinearBlockProcessNumbered"/>
    <dgm:cxn modelId="{49A19041-9EAF-49FD-B421-6C0F5DCF75C1}" type="presParOf" srcId="{F7A2F445-D785-4150-A558-BDDF911AB19D}" destId="{CAF3A139-A6FD-4544-98F8-E0B6D49013D7}" srcOrd="1" destOrd="0" presId="urn:microsoft.com/office/officeart/2016/7/layout/LinearBlockProcessNumbered"/>
    <dgm:cxn modelId="{580677E7-3CB0-4FB1-84DF-A4D378C1B7E6}" type="presParOf" srcId="{F7A2F445-D785-4150-A558-BDDF911AB19D}" destId="{CAB367A3-71F3-4424-BC3D-22A2B8164224}" srcOrd="2" destOrd="0" presId="urn:microsoft.com/office/officeart/2016/7/layout/LinearBlockProcessNumbered"/>
    <dgm:cxn modelId="{A0D08EF8-1B9F-45FF-B86E-F084EA316ED6}" type="presParOf" srcId="{CAB367A3-71F3-4424-BC3D-22A2B8164224}" destId="{B57A1E8D-84B8-406B-A6CE-4FE8A26A4FA8}" srcOrd="0" destOrd="0" presId="urn:microsoft.com/office/officeart/2016/7/layout/LinearBlockProcessNumbered"/>
    <dgm:cxn modelId="{7B4427D7-D710-4C37-85B1-CAF8F4EB990E}" type="presParOf" srcId="{CAB367A3-71F3-4424-BC3D-22A2B8164224}" destId="{1F14FD1B-AEB0-4DE5-A966-471644017360}" srcOrd="1" destOrd="0" presId="urn:microsoft.com/office/officeart/2016/7/layout/LinearBlockProcessNumbered"/>
    <dgm:cxn modelId="{86B7BA0F-A5E1-4430-B457-7B0CB28307B6}" type="presParOf" srcId="{CAB367A3-71F3-4424-BC3D-22A2B8164224}" destId="{A46A2C1C-01A3-4FD9-AA69-CF83572ED486}" srcOrd="2" destOrd="0" presId="urn:microsoft.com/office/officeart/2016/7/layout/LinearBlockProcessNumbered"/>
    <dgm:cxn modelId="{8166DB55-9465-40FE-9BB7-43BC6C81106E}" type="presParOf" srcId="{F7A2F445-D785-4150-A558-BDDF911AB19D}" destId="{A1856B20-EB30-4CB2-9831-B0375D172A1A}" srcOrd="3" destOrd="0" presId="urn:microsoft.com/office/officeart/2016/7/layout/LinearBlockProcessNumbered"/>
    <dgm:cxn modelId="{FF41007B-A465-4814-8535-B961BAB005E1}" type="presParOf" srcId="{F7A2F445-D785-4150-A558-BDDF911AB19D}" destId="{AB5EF85D-14FE-44CA-88F2-7865DA6D5952}" srcOrd="4" destOrd="0" presId="urn:microsoft.com/office/officeart/2016/7/layout/LinearBlockProcessNumbered"/>
    <dgm:cxn modelId="{FE0C0DB0-BBB3-4583-BC6B-76900935F44E}" type="presParOf" srcId="{AB5EF85D-14FE-44CA-88F2-7865DA6D5952}" destId="{6349E4B0-E0B4-4C4D-8C73-FC38F8A61E1B}" srcOrd="0" destOrd="0" presId="urn:microsoft.com/office/officeart/2016/7/layout/LinearBlockProcessNumbered"/>
    <dgm:cxn modelId="{4DD9A5A0-54AB-474E-9CC3-9AB94CEC62CE}" type="presParOf" srcId="{AB5EF85D-14FE-44CA-88F2-7865DA6D5952}" destId="{B4518DC3-CE75-4EF5-B1CE-37B5AD1343A9}" srcOrd="1" destOrd="0" presId="urn:microsoft.com/office/officeart/2016/7/layout/LinearBlockProcessNumbered"/>
    <dgm:cxn modelId="{5E9C9ED7-C56C-490F-9E36-AA6DBE2FB740}" type="presParOf" srcId="{AB5EF85D-14FE-44CA-88F2-7865DA6D5952}" destId="{F1C1B73B-8995-4C95-8964-4297D89944F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72A954-A9FA-4619-8134-D11972E218B2}" type="doc">
      <dgm:prSet loTypeId="urn:microsoft.com/office/officeart/2016/7/layout/LinearBlockProcessNumbered" loCatId="process" qsTypeId="urn:microsoft.com/office/officeart/2005/8/quickstyle/simple1" qsCatId="simple" csTypeId="urn:microsoft.com/office/officeart/2005/8/colors/accent0_3" csCatId="mainScheme" phldr="1"/>
      <dgm:spPr/>
      <dgm:t>
        <a:bodyPr/>
        <a:lstStyle/>
        <a:p>
          <a:endParaRPr lang="en-US"/>
        </a:p>
      </dgm:t>
    </dgm:pt>
    <dgm:pt modelId="{D31FD9F6-A048-4435-AED0-77A8AF417CCB}">
      <dgm:prSet/>
      <dgm:spPr/>
      <dgm:t>
        <a:bodyPr/>
        <a:lstStyle/>
        <a:p>
          <a:pPr>
            <a:defRPr cap="all"/>
          </a:pPr>
          <a:r>
            <a:rPr lang="es-ES"/>
            <a:t>Garantizar un lock eficiente con bajo costo</a:t>
          </a:r>
          <a:endParaRPr lang="en-US"/>
        </a:p>
      </dgm:t>
    </dgm:pt>
    <dgm:pt modelId="{5FAB02B1-1206-4A83-9D79-C356F199047E}" type="parTrans" cxnId="{A36042D2-F725-48A7-AC87-8007CC8DE1D6}">
      <dgm:prSet/>
      <dgm:spPr/>
      <dgm:t>
        <a:bodyPr/>
        <a:lstStyle/>
        <a:p>
          <a:endParaRPr lang="en-US"/>
        </a:p>
      </dgm:t>
    </dgm:pt>
    <dgm:pt modelId="{D1707EEF-9F4F-4E5F-B22C-23AD6A563713}" type="sibTrans" cxnId="{A36042D2-F725-48A7-AC87-8007CC8DE1D6}">
      <dgm:prSet phldrT="01"/>
      <dgm:spPr/>
      <dgm:t>
        <a:bodyPr/>
        <a:lstStyle/>
        <a:p>
          <a:r>
            <a:rPr lang="en-US"/>
            <a:t>01</a:t>
          </a:r>
        </a:p>
      </dgm:t>
    </dgm:pt>
    <dgm:pt modelId="{8DB5B690-5642-4993-99C0-E17F0DEED886}">
      <dgm:prSet/>
      <dgm:spPr/>
      <dgm:t>
        <a:bodyPr/>
        <a:lstStyle/>
        <a:p>
          <a:pPr>
            <a:defRPr cap="all"/>
          </a:pPr>
          <a:r>
            <a:rPr lang="es-ES" dirty="0"/>
            <a:t>Cumplir propiedades adicionales (equidad, rendimiento)</a:t>
          </a:r>
          <a:endParaRPr lang="en-US" dirty="0"/>
        </a:p>
      </dgm:t>
    </dgm:pt>
    <dgm:pt modelId="{A654D016-C58A-467D-9EF1-0556FBEF2037}" type="parTrans" cxnId="{9C34CEC9-4CED-4A14-9278-A135DB0AB12A}">
      <dgm:prSet/>
      <dgm:spPr/>
      <dgm:t>
        <a:bodyPr/>
        <a:lstStyle/>
        <a:p>
          <a:endParaRPr lang="en-US"/>
        </a:p>
      </dgm:t>
    </dgm:pt>
    <dgm:pt modelId="{93B72662-B570-434B-9C11-4CA5747627A7}" type="sibTrans" cxnId="{9C34CEC9-4CED-4A14-9278-A135DB0AB12A}">
      <dgm:prSet phldrT="02"/>
      <dgm:spPr/>
      <dgm:t>
        <a:bodyPr/>
        <a:lstStyle/>
        <a:p>
          <a:r>
            <a:rPr lang="en-US"/>
            <a:t>02</a:t>
          </a:r>
        </a:p>
      </dgm:t>
    </dgm:pt>
    <dgm:pt modelId="{738E6A16-B7D0-47B6-BF4A-2A6299457E2F}">
      <dgm:prSet/>
      <dgm:spPr/>
      <dgm:t>
        <a:bodyPr/>
        <a:lstStyle/>
        <a:p>
          <a:pPr>
            <a:defRPr cap="all"/>
          </a:pPr>
          <a:r>
            <a:rPr lang="es-ES"/>
            <a:t>Se necesita soporte de Hardware y del Sistema Operativo</a:t>
          </a:r>
          <a:endParaRPr lang="en-US"/>
        </a:p>
      </dgm:t>
    </dgm:pt>
    <dgm:pt modelId="{7840F8AB-30C1-464B-AB52-60DE6B2B5F5C}" type="parTrans" cxnId="{5AA6742A-3872-4DD8-A839-0DAE101CCCFC}">
      <dgm:prSet/>
      <dgm:spPr/>
      <dgm:t>
        <a:bodyPr/>
        <a:lstStyle/>
        <a:p>
          <a:endParaRPr lang="en-US"/>
        </a:p>
      </dgm:t>
    </dgm:pt>
    <dgm:pt modelId="{289E97BF-1711-4E3B-BA24-A8744A54077E}" type="sibTrans" cxnId="{5AA6742A-3872-4DD8-A839-0DAE101CCCFC}">
      <dgm:prSet phldrT="03"/>
      <dgm:spPr/>
      <dgm:t>
        <a:bodyPr/>
        <a:lstStyle/>
        <a:p>
          <a:r>
            <a:rPr lang="en-US"/>
            <a:t>03</a:t>
          </a:r>
        </a:p>
      </dgm:t>
    </dgm:pt>
    <dgm:pt modelId="{5601A534-EB01-4F8D-ADA5-B41E2F447C2C}" type="pres">
      <dgm:prSet presAssocID="{7272A954-A9FA-4619-8134-D11972E218B2}" presName="Name0" presStyleCnt="0">
        <dgm:presLayoutVars>
          <dgm:animLvl val="lvl"/>
          <dgm:resizeHandles val="exact"/>
        </dgm:presLayoutVars>
      </dgm:prSet>
      <dgm:spPr/>
    </dgm:pt>
    <dgm:pt modelId="{070F4CDE-6673-4358-B85F-7B0E7F6C8256}" type="pres">
      <dgm:prSet presAssocID="{D31FD9F6-A048-4435-AED0-77A8AF417CCB}" presName="compositeNode" presStyleCnt="0">
        <dgm:presLayoutVars>
          <dgm:bulletEnabled val="1"/>
        </dgm:presLayoutVars>
      </dgm:prSet>
      <dgm:spPr/>
    </dgm:pt>
    <dgm:pt modelId="{E63C93A8-3709-4B48-9AB0-FE7A09D51CAE}" type="pres">
      <dgm:prSet presAssocID="{D31FD9F6-A048-4435-AED0-77A8AF417CCB}" presName="bgRect" presStyleLbl="alignNode1" presStyleIdx="0" presStyleCnt="3"/>
      <dgm:spPr/>
    </dgm:pt>
    <dgm:pt modelId="{8C3F82C5-828C-4000-8443-9CF3891D2A0B}" type="pres">
      <dgm:prSet presAssocID="{D1707EEF-9F4F-4E5F-B22C-23AD6A563713}" presName="sibTransNodeRect" presStyleLbl="alignNode1" presStyleIdx="0" presStyleCnt="3">
        <dgm:presLayoutVars>
          <dgm:chMax val="0"/>
          <dgm:bulletEnabled val="1"/>
        </dgm:presLayoutVars>
      </dgm:prSet>
      <dgm:spPr/>
    </dgm:pt>
    <dgm:pt modelId="{6893FAF2-2E9E-4DBE-B545-A173E60AE148}" type="pres">
      <dgm:prSet presAssocID="{D31FD9F6-A048-4435-AED0-77A8AF417CCB}" presName="nodeRect" presStyleLbl="alignNode1" presStyleIdx="0" presStyleCnt="3">
        <dgm:presLayoutVars>
          <dgm:bulletEnabled val="1"/>
        </dgm:presLayoutVars>
      </dgm:prSet>
      <dgm:spPr/>
    </dgm:pt>
    <dgm:pt modelId="{2E04C143-9C96-4A5D-BF9C-7055AC70CD8D}" type="pres">
      <dgm:prSet presAssocID="{D1707EEF-9F4F-4E5F-B22C-23AD6A563713}" presName="sibTrans" presStyleCnt="0"/>
      <dgm:spPr/>
    </dgm:pt>
    <dgm:pt modelId="{3321A640-2F6C-438A-9C92-62573F437508}" type="pres">
      <dgm:prSet presAssocID="{8DB5B690-5642-4993-99C0-E17F0DEED886}" presName="compositeNode" presStyleCnt="0">
        <dgm:presLayoutVars>
          <dgm:bulletEnabled val="1"/>
        </dgm:presLayoutVars>
      </dgm:prSet>
      <dgm:spPr/>
    </dgm:pt>
    <dgm:pt modelId="{627C42A9-952F-40DD-BE77-225F90D5DFF8}" type="pres">
      <dgm:prSet presAssocID="{8DB5B690-5642-4993-99C0-E17F0DEED886}" presName="bgRect" presStyleLbl="alignNode1" presStyleIdx="1" presStyleCnt="3"/>
      <dgm:spPr/>
    </dgm:pt>
    <dgm:pt modelId="{CE4A8A12-6F8B-4E71-AEA7-9EAD876E1479}" type="pres">
      <dgm:prSet presAssocID="{93B72662-B570-434B-9C11-4CA5747627A7}" presName="sibTransNodeRect" presStyleLbl="alignNode1" presStyleIdx="1" presStyleCnt="3">
        <dgm:presLayoutVars>
          <dgm:chMax val="0"/>
          <dgm:bulletEnabled val="1"/>
        </dgm:presLayoutVars>
      </dgm:prSet>
      <dgm:spPr/>
    </dgm:pt>
    <dgm:pt modelId="{C5F22A3E-E9A7-4D8E-BADE-57D551169B4D}" type="pres">
      <dgm:prSet presAssocID="{8DB5B690-5642-4993-99C0-E17F0DEED886}" presName="nodeRect" presStyleLbl="alignNode1" presStyleIdx="1" presStyleCnt="3">
        <dgm:presLayoutVars>
          <dgm:bulletEnabled val="1"/>
        </dgm:presLayoutVars>
      </dgm:prSet>
      <dgm:spPr/>
    </dgm:pt>
    <dgm:pt modelId="{9B9C6BD0-2834-457D-91CC-55810EA2BB2C}" type="pres">
      <dgm:prSet presAssocID="{93B72662-B570-434B-9C11-4CA5747627A7}" presName="sibTrans" presStyleCnt="0"/>
      <dgm:spPr/>
    </dgm:pt>
    <dgm:pt modelId="{B9E61580-4480-4F5E-AC15-E58357DE5033}" type="pres">
      <dgm:prSet presAssocID="{738E6A16-B7D0-47B6-BF4A-2A6299457E2F}" presName="compositeNode" presStyleCnt="0">
        <dgm:presLayoutVars>
          <dgm:bulletEnabled val="1"/>
        </dgm:presLayoutVars>
      </dgm:prSet>
      <dgm:spPr/>
    </dgm:pt>
    <dgm:pt modelId="{3F297DE3-2646-4D1F-97C8-9DB3A4B36944}" type="pres">
      <dgm:prSet presAssocID="{738E6A16-B7D0-47B6-BF4A-2A6299457E2F}" presName="bgRect" presStyleLbl="alignNode1" presStyleIdx="2" presStyleCnt="3"/>
      <dgm:spPr/>
    </dgm:pt>
    <dgm:pt modelId="{E2A7624D-957E-4F0E-9827-037847DF21DF}" type="pres">
      <dgm:prSet presAssocID="{289E97BF-1711-4E3B-BA24-A8744A54077E}" presName="sibTransNodeRect" presStyleLbl="alignNode1" presStyleIdx="2" presStyleCnt="3">
        <dgm:presLayoutVars>
          <dgm:chMax val="0"/>
          <dgm:bulletEnabled val="1"/>
        </dgm:presLayoutVars>
      </dgm:prSet>
      <dgm:spPr/>
    </dgm:pt>
    <dgm:pt modelId="{9DE99F58-D6BA-4A84-B36F-6E9B5ABDB8F6}" type="pres">
      <dgm:prSet presAssocID="{738E6A16-B7D0-47B6-BF4A-2A6299457E2F}" presName="nodeRect" presStyleLbl="alignNode1" presStyleIdx="2" presStyleCnt="3">
        <dgm:presLayoutVars>
          <dgm:bulletEnabled val="1"/>
        </dgm:presLayoutVars>
      </dgm:prSet>
      <dgm:spPr/>
    </dgm:pt>
  </dgm:ptLst>
  <dgm:cxnLst>
    <dgm:cxn modelId="{F2206518-A050-4EE5-849C-803A728D7669}" type="presOf" srcId="{D31FD9F6-A048-4435-AED0-77A8AF417CCB}" destId="{E63C93A8-3709-4B48-9AB0-FE7A09D51CAE}" srcOrd="0" destOrd="0" presId="urn:microsoft.com/office/officeart/2016/7/layout/LinearBlockProcessNumbered"/>
    <dgm:cxn modelId="{5AA6742A-3872-4DD8-A839-0DAE101CCCFC}" srcId="{7272A954-A9FA-4619-8134-D11972E218B2}" destId="{738E6A16-B7D0-47B6-BF4A-2A6299457E2F}" srcOrd="2" destOrd="0" parTransId="{7840F8AB-30C1-464B-AB52-60DE6B2B5F5C}" sibTransId="{289E97BF-1711-4E3B-BA24-A8744A54077E}"/>
    <dgm:cxn modelId="{1849AA3D-937D-4108-833A-8776FF3ED5BF}" type="presOf" srcId="{8DB5B690-5642-4993-99C0-E17F0DEED886}" destId="{627C42A9-952F-40DD-BE77-225F90D5DFF8}" srcOrd="0" destOrd="0" presId="urn:microsoft.com/office/officeart/2016/7/layout/LinearBlockProcessNumbered"/>
    <dgm:cxn modelId="{78DF4E64-2892-4858-92DA-6413A7D712A8}" type="presOf" srcId="{93B72662-B570-434B-9C11-4CA5747627A7}" destId="{CE4A8A12-6F8B-4E71-AEA7-9EAD876E1479}" srcOrd="0" destOrd="0" presId="urn:microsoft.com/office/officeart/2016/7/layout/LinearBlockProcessNumbered"/>
    <dgm:cxn modelId="{8E154989-5A6D-4E6B-A95A-885BE1968251}" type="presOf" srcId="{D31FD9F6-A048-4435-AED0-77A8AF417CCB}" destId="{6893FAF2-2E9E-4DBE-B545-A173E60AE148}" srcOrd="1" destOrd="0" presId="urn:microsoft.com/office/officeart/2016/7/layout/LinearBlockProcessNumbered"/>
    <dgm:cxn modelId="{2FEB888E-B591-4862-ABD9-36D939A89742}" type="presOf" srcId="{7272A954-A9FA-4619-8134-D11972E218B2}" destId="{5601A534-EB01-4F8D-ADA5-B41E2F447C2C}" srcOrd="0" destOrd="0" presId="urn:microsoft.com/office/officeart/2016/7/layout/LinearBlockProcessNumbered"/>
    <dgm:cxn modelId="{541AA99F-5485-4F53-921D-593D3E94966A}" type="presOf" srcId="{738E6A16-B7D0-47B6-BF4A-2A6299457E2F}" destId="{9DE99F58-D6BA-4A84-B36F-6E9B5ABDB8F6}" srcOrd="1" destOrd="0" presId="urn:microsoft.com/office/officeart/2016/7/layout/LinearBlockProcessNumbered"/>
    <dgm:cxn modelId="{E1D5CEA9-8E66-44C9-9CF7-E004E3FAF6D7}" type="presOf" srcId="{289E97BF-1711-4E3B-BA24-A8744A54077E}" destId="{E2A7624D-957E-4F0E-9827-037847DF21DF}" srcOrd="0" destOrd="0" presId="urn:microsoft.com/office/officeart/2016/7/layout/LinearBlockProcessNumbered"/>
    <dgm:cxn modelId="{68DB3EBA-66BB-4C8F-8E8A-5D5087B76715}" type="presOf" srcId="{738E6A16-B7D0-47B6-BF4A-2A6299457E2F}" destId="{3F297DE3-2646-4D1F-97C8-9DB3A4B36944}" srcOrd="0" destOrd="0" presId="urn:microsoft.com/office/officeart/2016/7/layout/LinearBlockProcessNumbered"/>
    <dgm:cxn modelId="{361296C5-F78A-4F32-8514-DE08DC40142F}" type="presOf" srcId="{8DB5B690-5642-4993-99C0-E17F0DEED886}" destId="{C5F22A3E-E9A7-4D8E-BADE-57D551169B4D}" srcOrd="1" destOrd="0" presId="urn:microsoft.com/office/officeart/2016/7/layout/LinearBlockProcessNumbered"/>
    <dgm:cxn modelId="{9C34CEC9-4CED-4A14-9278-A135DB0AB12A}" srcId="{7272A954-A9FA-4619-8134-D11972E218B2}" destId="{8DB5B690-5642-4993-99C0-E17F0DEED886}" srcOrd="1" destOrd="0" parTransId="{A654D016-C58A-467D-9EF1-0556FBEF2037}" sibTransId="{93B72662-B570-434B-9C11-4CA5747627A7}"/>
    <dgm:cxn modelId="{A36042D2-F725-48A7-AC87-8007CC8DE1D6}" srcId="{7272A954-A9FA-4619-8134-D11972E218B2}" destId="{D31FD9F6-A048-4435-AED0-77A8AF417CCB}" srcOrd="0" destOrd="0" parTransId="{5FAB02B1-1206-4A83-9D79-C356F199047E}" sibTransId="{D1707EEF-9F4F-4E5F-B22C-23AD6A563713}"/>
    <dgm:cxn modelId="{500A42FD-C0A2-42B7-963A-F063845F8195}" type="presOf" srcId="{D1707EEF-9F4F-4E5F-B22C-23AD6A563713}" destId="{8C3F82C5-828C-4000-8443-9CF3891D2A0B}" srcOrd="0" destOrd="0" presId="urn:microsoft.com/office/officeart/2016/7/layout/LinearBlockProcessNumbered"/>
    <dgm:cxn modelId="{8548770F-1AEA-4806-BF0E-D54D39B30E0A}" type="presParOf" srcId="{5601A534-EB01-4F8D-ADA5-B41E2F447C2C}" destId="{070F4CDE-6673-4358-B85F-7B0E7F6C8256}" srcOrd="0" destOrd="0" presId="urn:microsoft.com/office/officeart/2016/7/layout/LinearBlockProcessNumbered"/>
    <dgm:cxn modelId="{B8404CF3-94A9-4DE9-A584-0D4AB8556AC9}" type="presParOf" srcId="{070F4CDE-6673-4358-B85F-7B0E7F6C8256}" destId="{E63C93A8-3709-4B48-9AB0-FE7A09D51CAE}" srcOrd="0" destOrd="0" presId="urn:microsoft.com/office/officeart/2016/7/layout/LinearBlockProcessNumbered"/>
    <dgm:cxn modelId="{BDD7A119-5547-420A-98F3-8A030FE1E9ED}" type="presParOf" srcId="{070F4CDE-6673-4358-B85F-7B0E7F6C8256}" destId="{8C3F82C5-828C-4000-8443-9CF3891D2A0B}" srcOrd="1" destOrd="0" presId="urn:microsoft.com/office/officeart/2016/7/layout/LinearBlockProcessNumbered"/>
    <dgm:cxn modelId="{499F985E-51F5-4540-8772-7B322B74B901}" type="presParOf" srcId="{070F4CDE-6673-4358-B85F-7B0E7F6C8256}" destId="{6893FAF2-2E9E-4DBE-B545-A173E60AE148}" srcOrd="2" destOrd="0" presId="urn:microsoft.com/office/officeart/2016/7/layout/LinearBlockProcessNumbered"/>
    <dgm:cxn modelId="{A3844A9D-E8EB-4845-9E74-FEADDA7EECDA}" type="presParOf" srcId="{5601A534-EB01-4F8D-ADA5-B41E2F447C2C}" destId="{2E04C143-9C96-4A5D-BF9C-7055AC70CD8D}" srcOrd="1" destOrd="0" presId="urn:microsoft.com/office/officeart/2016/7/layout/LinearBlockProcessNumbered"/>
    <dgm:cxn modelId="{B29530D0-B589-4AA0-B1B5-8BFD8B88602F}" type="presParOf" srcId="{5601A534-EB01-4F8D-ADA5-B41E2F447C2C}" destId="{3321A640-2F6C-438A-9C92-62573F437508}" srcOrd="2" destOrd="0" presId="urn:microsoft.com/office/officeart/2016/7/layout/LinearBlockProcessNumbered"/>
    <dgm:cxn modelId="{F7994ADD-A63F-4899-8FAB-7BA47EF22E5F}" type="presParOf" srcId="{3321A640-2F6C-438A-9C92-62573F437508}" destId="{627C42A9-952F-40DD-BE77-225F90D5DFF8}" srcOrd="0" destOrd="0" presId="urn:microsoft.com/office/officeart/2016/7/layout/LinearBlockProcessNumbered"/>
    <dgm:cxn modelId="{48E31330-9144-4877-A282-0E74F511EEE4}" type="presParOf" srcId="{3321A640-2F6C-438A-9C92-62573F437508}" destId="{CE4A8A12-6F8B-4E71-AEA7-9EAD876E1479}" srcOrd="1" destOrd="0" presId="urn:microsoft.com/office/officeart/2016/7/layout/LinearBlockProcessNumbered"/>
    <dgm:cxn modelId="{E55C0D1B-7ACC-4943-A674-708F390CD201}" type="presParOf" srcId="{3321A640-2F6C-438A-9C92-62573F437508}" destId="{C5F22A3E-E9A7-4D8E-BADE-57D551169B4D}" srcOrd="2" destOrd="0" presId="urn:microsoft.com/office/officeart/2016/7/layout/LinearBlockProcessNumbered"/>
    <dgm:cxn modelId="{3237BC6F-18D6-4974-AAC4-54F48C7C60A9}" type="presParOf" srcId="{5601A534-EB01-4F8D-ADA5-B41E2F447C2C}" destId="{9B9C6BD0-2834-457D-91CC-55810EA2BB2C}" srcOrd="3" destOrd="0" presId="urn:microsoft.com/office/officeart/2016/7/layout/LinearBlockProcessNumbered"/>
    <dgm:cxn modelId="{014E6A5F-731D-46BE-ABD4-A9AB758E3EEA}" type="presParOf" srcId="{5601A534-EB01-4F8D-ADA5-B41E2F447C2C}" destId="{B9E61580-4480-4F5E-AC15-E58357DE5033}" srcOrd="4" destOrd="0" presId="urn:microsoft.com/office/officeart/2016/7/layout/LinearBlockProcessNumbered"/>
    <dgm:cxn modelId="{6804167D-6E2E-4D99-AAFE-621D2BE30A83}" type="presParOf" srcId="{B9E61580-4480-4F5E-AC15-E58357DE5033}" destId="{3F297DE3-2646-4D1F-97C8-9DB3A4B36944}" srcOrd="0" destOrd="0" presId="urn:microsoft.com/office/officeart/2016/7/layout/LinearBlockProcessNumbered"/>
    <dgm:cxn modelId="{5364DFF9-9B96-4646-BD82-900F5E6100AA}" type="presParOf" srcId="{B9E61580-4480-4F5E-AC15-E58357DE5033}" destId="{E2A7624D-957E-4F0E-9827-037847DF21DF}" srcOrd="1" destOrd="0" presId="urn:microsoft.com/office/officeart/2016/7/layout/LinearBlockProcessNumbered"/>
    <dgm:cxn modelId="{91260C07-46E7-4BBA-BA13-6645E2E6C26C}" type="presParOf" srcId="{B9E61580-4480-4F5E-AC15-E58357DE5033}" destId="{9DE99F58-D6BA-4A84-B36F-6E9B5ABDB8F6}"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4909F3-4845-4FCA-8CB2-590FC08C9283}">
      <dsp:nvSpPr>
        <dsp:cNvPr id="0" name=""/>
        <dsp:cNvSpPr/>
      </dsp:nvSpPr>
      <dsp:spPr>
        <a:xfrm>
          <a:off x="835" y="0"/>
          <a:ext cx="3382783" cy="373989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44" tIns="0" rIns="334144" bIns="330200" numCol="1" spcCol="1270" anchor="t" anchorCtr="0">
          <a:noAutofit/>
        </a:bodyPr>
        <a:lstStyle/>
        <a:p>
          <a:pPr marL="0" lvl="0" indent="0" algn="l" defTabSz="1155700">
            <a:lnSpc>
              <a:spcPct val="90000"/>
            </a:lnSpc>
            <a:spcBef>
              <a:spcPct val="0"/>
            </a:spcBef>
            <a:spcAft>
              <a:spcPct val="35000"/>
            </a:spcAft>
            <a:buNone/>
          </a:pPr>
          <a:r>
            <a:rPr lang="es-ES" sz="2600" kern="1200" dirty="0"/>
            <a:t>Un </a:t>
          </a:r>
          <a:r>
            <a:rPr lang="es-ES" sz="2600" kern="1200" dirty="0" err="1"/>
            <a:t>lock</a:t>
          </a:r>
          <a:r>
            <a:rPr lang="es-ES" sz="2600" kern="1200" dirty="0"/>
            <a:t> es una variable que puede estar en dos estados</a:t>
          </a:r>
          <a:endParaRPr lang="en-US" sz="2600" kern="1200" dirty="0"/>
        </a:p>
      </dsp:txBody>
      <dsp:txXfrm>
        <a:off x="835" y="1495958"/>
        <a:ext cx="3382783" cy="2243937"/>
      </dsp:txXfrm>
    </dsp:sp>
    <dsp:sp modelId="{0BE5AF27-EE57-4179-8D18-695F787DA0B9}">
      <dsp:nvSpPr>
        <dsp:cNvPr id="0" name=""/>
        <dsp:cNvSpPr/>
      </dsp:nvSpPr>
      <dsp:spPr>
        <a:xfrm>
          <a:off x="835" y="0"/>
          <a:ext cx="3382783" cy="14959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44" tIns="165100" rIns="33414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35" y="0"/>
        <a:ext cx="3382783" cy="1495958"/>
      </dsp:txXfrm>
    </dsp:sp>
    <dsp:sp modelId="{B57A1E8D-84B8-406B-A6CE-4FE8A26A4FA8}">
      <dsp:nvSpPr>
        <dsp:cNvPr id="0" name=""/>
        <dsp:cNvSpPr/>
      </dsp:nvSpPr>
      <dsp:spPr>
        <a:xfrm>
          <a:off x="3654240" y="0"/>
          <a:ext cx="3382783" cy="373989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44" tIns="0" rIns="334144" bIns="330200" numCol="1" spcCol="1270" anchor="t" anchorCtr="0">
          <a:noAutofit/>
        </a:bodyPr>
        <a:lstStyle/>
        <a:p>
          <a:pPr marL="0" lvl="0" indent="0" algn="l" defTabSz="1155700">
            <a:lnSpc>
              <a:spcPct val="90000"/>
            </a:lnSpc>
            <a:spcBef>
              <a:spcPct val="0"/>
            </a:spcBef>
            <a:spcAft>
              <a:spcPct val="35000"/>
            </a:spcAft>
            <a:buNone/>
          </a:pPr>
          <a:r>
            <a:rPr lang="es-ES" sz="2600" kern="1200"/>
            <a:t>Desbloqueado: Ningún hilo lo posee</a:t>
          </a:r>
          <a:endParaRPr lang="en-US" sz="2600" kern="1200"/>
        </a:p>
      </dsp:txBody>
      <dsp:txXfrm>
        <a:off x="3654240" y="1495958"/>
        <a:ext cx="3382783" cy="2243937"/>
      </dsp:txXfrm>
    </dsp:sp>
    <dsp:sp modelId="{1F14FD1B-AEB0-4DE5-A966-471644017360}">
      <dsp:nvSpPr>
        <dsp:cNvPr id="0" name=""/>
        <dsp:cNvSpPr/>
      </dsp:nvSpPr>
      <dsp:spPr>
        <a:xfrm>
          <a:off x="3654240" y="0"/>
          <a:ext cx="3382783" cy="14959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44" tIns="165100" rIns="33414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654240" y="0"/>
        <a:ext cx="3382783" cy="1495958"/>
      </dsp:txXfrm>
    </dsp:sp>
    <dsp:sp modelId="{6349E4B0-E0B4-4C4D-8C73-FC38F8A61E1B}">
      <dsp:nvSpPr>
        <dsp:cNvPr id="0" name=""/>
        <dsp:cNvSpPr/>
      </dsp:nvSpPr>
      <dsp:spPr>
        <a:xfrm>
          <a:off x="7307646" y="0"/>
          <a:ext cx="3382783" cy="373989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4144" tIns="0" rIns="334144" bIns="330200" numCol="1" spcCol="1270" anchor="t" anchorCtr="0">
          <a:noAutofit/>
        </a:bodyPr>
        <a:lstStyle/>
        <a:p>
          <a:pPr marL="0" lvl="0" indent="0" algn="l" defTabSz="1155700">
            <a:lnSpc>
              <a:spcPct val="90000"/>
            </a:lnSpc>
            <a:spcBef>
              <a:spcPct val="0"/>
            </a:spcBef>
            <a:spcAft>
              <a:spcPct val="35000"/>
            </a:spcAft>
            <a:buNone/>
          </a:pPr>
          <a:r>
            <a:rPr lang="es-ES" sz="2600" kern="1200"/>
            <a:t>Bloqueado: Un único hilo lo posee y está en una sección crítica. </a:t>
          </a:r>
          <a:endParaRPr lang="en-US" sz="2600" kern="1200"/>
        </a:p>
      </dsp:txBody>
      <dsp:txXfrm>
        <a:off x="7307646" y="1495958"/>
        <a:ext cx="3382783" cy="2243937"/>
      </dsp:txXfrm>
    </dsp:sp>
    <dsp:sp modelId="{B4518DC3-CE75-4EF5-B1CE-37B5AD1343A9}">
      <dsp:nvSpPr>
        <dsp:cNvPr id="0" name=""/>
        <dsp:cNvSpPr/>
      </dsp:nvSpPr>
      <dsp:spPr>
        <a:xfrm>
          <a:off x="7307646" y="0"/>
          <a:ext cx="3382783" cy="14959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4144" tIns="165100" rIns="33414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307646" y="0"/>
        <a:ext cx="3382783" cy="1495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3C93A8-3709-4B48-9AB0-FE7A09D51CAE}">
      <dsp:nvSpPr>
        <dsp:cNvPr id="0" name=""/>
        <dsp:cNvSpPr/>
      </dsp:nvSpPr>
      <dsp:spPr>
        <a:xfrm>
          <a:off x="830" y="0"/>
          <a:ext cx="3363366" cy="385762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226" tIns="0" rIns="332226" bIns="330200" numCol="1" spcCol="1270" anchor="t" anchorCtr="0">
          <a:noAutofit/>
        </a:bodyPr>
        <a:lstStyle/>
        <a:p>
          <a:pPr marL="0" lvl="0" indent="0" algn="l" defTabSz="1155700">
            <a:lnSpc>
              <a:spcPct val="90000"/>
            </a:lnSpc>
            <a:spcBef>
              <a:spcPct val="0"/>
            </a:spcBef>
            <a:spcAft>
              <a:spcPct val="35000"/>
            </a:spcAft>
            <a:buNone/>
            <a:defRPr cap="all"/>
          </a:pPr>
          <a:r>
            <a:rPr lang="es-ES" sz="2600" kern="1200"/>
            <a:t>Garantizar un lock eficiente con bajo costo</a:t>
          </a:r>
          <a:endParaRPr lang="en-US" sz="2600" kern="1200"/>
        </a:p>
      </dsp:txBody>
      <dsp:txXfrm>
        <a:off x="830" y="1543050"/>
        <a:ext cx="3363366" cy="2314575"/>
      </dsp:txXfrm>
    </dsp:sp>
    <dsp:sp modelId="{8C3F82C5-828C-4000-8443-9CF3891D2A0B}">
      <dsp:nvSpPr>
        <dsp:cNvPr id="0" name=""/>
        <dsp:cNvSpPr/>
      </dsp:nvSpPr>
      <dsp:spPr>
        <a:xfrm>
          <a:off x="830" y="0"/>
          <a:ext cx="3363366" cy="154305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2226" tIns="165100" rIns="332226"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30" y="0"/>
        <a:ext cx="3363366" cy="1543050"/>
      </dsp:txXfrm>
    </dsp:sp>
    <dsp:sp modelId="{627C42A9-952F-40DD-BE77-225F90D5DFF8}">
      <dsp:nvSpPr>
        <dsp:cNvPr id="0" name=""/>
        <dsp:cNvSpPr/>
      </dsp:nvSpPr>
      <dsp:spPr>
        <a:xfrm>
          <a:off x="3633266" y="0"/>
          <a:ext cx="3363366" cy="385762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226" tIns="0" rIns="332226" bIns="330200" numCol="1" spcCol="1270" anchor="t" anchorCtr="0">
          <a:noAutofit/>
        </a:bodyPr>
        <a:lstStyle/>
        <a:p>
          <a:pPr marL="0" lvl="0" indent="0" algn="l" defTabSz="1155700">
            <a:lnSpc>
              <a:spcPct val="90000"/>
            </a:lnSpc>
            <a:spcBef>
              <a:spcPct val="0"/>
            </a:spcBef>
            <a:spcAft>
              <a:spcPct val="35000"/>
            </a:spcAft>
            <a:buNone/>
            <a:defRPr cap="all"/>
          </a:pPr>
          <a:r>
            <a:rPr lang="es-ES" sz="2600" kern="1200" dirty="0"/>
            <a:t>Cumplir propiedades adicionales (equidad, rendimiento)</a:t>
          </a:r>
          <a:endParaRPr lang="en-US" sz="2600" kern="1200" dirty="0"/>
        </a:p>
      </dsp:txBody>
      <dsp:txXfrm>
        <a:off x="3633266" y="1543050"/>
        <a:ext cx="3363366" cy="2314575"/>
      </dsp:txXfrm>
    </dsp:sp>
    <dsp:sp modelId="{CE4A8A12-6F8B-4E71-AEA7-9EAD876E1479}">
      <dsp:nvSpPr>
        <dsp:cNvPr id="0" name=""/>
        <dsp:cNvSpPr/>
      </dsp:nvSpPr>
      <dsp:spPr>
        <a:xfrm>
          <a:off x="3633266" y="0"/>
          <a:ext cx="3363366" cy="154305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2226" tIns="165100" rIns="332226"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633266" y="0"/>
        <a:ext cx="3363366" cy="1543050"/>
      </dsp:txXfrm>
    </dsp:sp>
    <dsp:sp modelId="{3F297DE3-2646-4D1F-97C8-9DB3A4B36944}">
      <dsp:nvSpPr>
        <dsp:cNvPr id="0" name=""/>
        <dsp:cNvSpPr/>
      </dsp:nvSpPr>
      <dsp:spPr>
        <a:xfrm>
          <a:off x="7265702" y="0"/>
          <a:ext cx="3363366" cy="385762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226" tIns="0" rIns="332226" bIns="330200" numCol="1" spcCol="1270" anchor="t" anchorCtr="0">
          <a:noAutofit/>
        </a:bodyPr>
        <a:lstStyle/>
        <a:p>
          <a:pPr marL="0" lvl="0" indent="0" algn="l" defTabSz="1155700">
            <a:lnSpc>
              <a:spcPct val="90000"/>
            </a:lnSpc>
            <a:spcBef>
              <a:spcPct val="0"/>
            </a:spcBef>
            <a:spcAft>
              <a:spcPct val="35000"/>
            </a:spcAft>
            <a:buNone/>
            <a:defRPr cap="all"/>
          </a:pPr>
          <a:r>
            <a:rPr lang="es-ES" sz="2600" kern="1200"/>
            <a:t>Se necesita soporte de Hardware y del Sistema Operativo</a:t>
          </a:r>
          <a:endParaRPr lang="en-US" sz="2600" kern="1200"/>
        </a:p>
      </dsp:txBody>
      <dsp:txXfrm>
        <a:off x="7265702" y="1543050"/>
        <a:ext cx="3363366" cy="2314575"/>
      </dsp:txXfrm>
    </dsp:sp>
    <dsp:sp modelId="{E2A7624D-957E-4F0E-9827-037847DF21DF}">
      <dsp:nvSpPr>
        <dsp:cNvPr id="0" name=""/>
        <dsp:cNvSpPr/>
      </dsp:nvSpPr>
      <dsp:spPr>
        <a:xfrm>
          <a:off x="7265702" y="0"/>
          <a:ext cx="3363366" cy="154305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2226" tIns="165100" rIns="332226"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265702" y="0"/>
        <a:ext cx="3363366" cy="154305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4/15/2025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961189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4/15/2025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71143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4/15/2025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979276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4/15/2025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90173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4/15/2025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26488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4/15/2025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06468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4/15/2025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858275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4/15/2025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26844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4/15/2025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94518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4/15/2025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784589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4/15/2025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81761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4/15/2025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08191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BC30665E-D592-446F-98EB-15F172A2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EB1060-F21F-2670-0993-A0AAEA81A6BE}"/>
              </a:ext>
            </a:extLst>
          </p:cNvPr>
          <p:cNvSpPr>
            <a:spLocks noGrp="1"/>
          </p:cNvSpPr>
          <p:nvPr>
            <p:ph type="ctrTitle"/>
          </p:nvPr>
        </p:nvSpPr>
        <p:spPr>
          <a:xfrm>
            <a:off x="703400" y="4702835"/>
            <a:ext cx="10801350" cy="978772"/>
          </a:xfrm>
        </p:spPr>
        <p:txBody>
          <a:bodyPr>
            <a:normAutofit/>
          </a:bodyPr>
          <a:lstStyle/>
          <a:p>
            <a:r>
              <a:rPr lang="es-ES" err="1"/>
              <a:t>Mutex</a:t>
            </a:r>
            <a:endParaRPr lang="es-ES"/>
          </a:p>
        </p:txBody>
      </p:sp>
      <p:sp>
        <p:nvSpPr>
          <p:cNvPr id="3" name="Subtítulo 2">
            <a:extLst>
              <a:ext uri="{FF2B5EF4-FFF2-40B4-BE49-F238E27FC236}">
                <a16:creationId xmlns:a16="http://schemas.microsoft.com/office/drawing/2014/main" id="{B9204BCB-1A86-1CEB-DD0A-5495394167B2}"/>
              </a:ext>
            </a:extLst>
          </p:cNvPr>
          <p:cNvSpPr>
            <a:spLocks noGrp="1"/>
          </p:cNvSpPr>
          <p:nvPr>
            <p:ph type="subTitle" idx="1"/>
          </p:nvPr>
        </p:nvSpPr>
        <p:spPr>
          <a:xfrm>
            <a:off x="703400" y="5717566"/>
            <a:ext cx="9470954" cy="533983"/>
          </a:xfrm>
        </p:spPr>
        <p:txBody>
          <a:bodyPr anchor="t">
            <a:normAutofit/>
          </a:bodyPr>
          <a:lstStyle/>
          <a:p>
            <a:r>
              <a:rPr lang="es-ES" sz="1800"/>
              <a:t>LOCKS</a:t>
            </a:r>
          </a:p>
        </p:txBody>
      </p:sp>
      <p:pic>
        <p:nvPicPr>
          <p:cNvPr id="5" name="Imagen 4">
            <a:extLst>
              <a:ext uri="{FF2B5EF4-FFF2-40B4-BE49-F238E27FC236}">
                <a16:creationId xmlns:a16="http://schemas.microsoft.com/office/drawing/2014/main" id="{038D9902-0825-12F2-01B5-BF0ACC60468A}"/>
              </a:ext>
            </a:extLst>
          </p:cNvPr>
          <p:cNvPicPr>
            <a:picLocks noChangeAspect="1"/>
          </p:cNvPicPr>
          <p:nvPr/>
        </p:nvPicPr>
        <p:blipFill>
          <a:blip r:embed="rId2">
            <a:extLst>
              <a:ext uri="{28A0092B-C50C-407E-A947-70E740481C1C}">
                <a14:useLocalDpi xmlns:a14="http://schemas.microsoft.com/office/drawing/2010/main" val="0"/>
              </a:ext>
            </a:extLst>
          </a:blip>
          <a:srcRect t="9849" r="2" b="9850"/>
          <a:stretch/>
        </p:blipFill>
        <p:spPr>
          <a:xfrm>
            <a:off x="800100" y="712915"/>
            <a:ext cx="10591800" cy="3806202"/>
          </a:xfrm>
          <a:prstGeom prst="rect">
            <a:avLst/>
          </a:prstGeom>
        </p:spPr>
      </p:pic>
      <p:cxnSp>
        <p:nvCxnSpPr>
          <p:cNvPr id="19" name="Straight Connector 1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53984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92093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574162C-1336-87FC-B7B2-70CA14170E8B}"/>
              </a:ext>
            </a:extLst>
          </p:cNvPr>
          <p:cNvSpPr>
            <a:spLocks noGrp="1"/>
          </p:cNvSpPr>
          <p:nvPr>
            <p:ph type="title"/>
          </p:nvPr>
        </p:nvSpPr>
        <p:spPr>
          <a:xfrm>
            <a:off x="4866968" y="914400"/>
            <a:ext cx="6627924" cy="1307592"/>
          </a:xfrm>
        </p:spPr>
        <p:txBody>
          <a:bodyPr>
            <a:normAutofit/>
          </a:bodyPr>
          <a:lstStyle/>
          <a:p>
            <a:pPr>
              <a:lnSpc>
                <a:spcPct val="90000"/>
              </a:lnSpc>
            </a:pPr>
            <a:r>
              <a:rPr lang="es-ES" sz="3100" dirty="0"/>
              <a:t>Ejecutar una serie de instrucciones de forma atómica</a:t>
            </a:r>
          </a:p>
        </p:txBody>
      </p:sp>
      <p:pic>
        <p:nvPicPr>
          <p:cNvPr id="5" name="Imagen 4">
            <a:extLst>
              <a:ext uri="{FF2B5EF4-FFF2-40B4-BE49-F238E27FC236}">
                <a16:creationId xmlns:a16="http://schemas.microsoft.com/office/drawing/2014/main" id="{5A3BB6A0-3AEF-561C-BAC1-228974E4E29B}"/>
              </a:ext>
            </a:extLst>
          </p:cNvPr>
          <p:cNvPicPr>
            <a:picLocks noChangeAspect="1"/>
          </p:cNvPicPr>
          <p:nvPr/>
        </p:nvPicPr>
        <p:blipFill>
          <a:blip r:embed="rId3">
            <a:extLst>
              <a:ext uri="{28A0092B-C50C-407E-A947-70E740481C1C}">
                <a14:useLocalDpi xmlns:a14="http://schemas.microsoft.com/office/drawing/2010/main" val="0"/>
              </a:ext>
            </a:extLst>
          </a:blip>
          <a:srcRect l="37238" r="35387"/>
          <a:stretch/>
        </p:blipFill>
        <p:spPr>
          <a:xfrm>
            <a:off x="20" y="-17929"/>
            <a:ext cx="4206220" cy="6875929"/>
          </a:xfrm>
          <a:prstGeom prst="rect">
            <a:avLst/>
          </a:prstGeom>
        </p:spPr>
      </p:pic>
      <p:cxnSp>
        <p:nvCxnSpPr>
          <p:cNvPr id="12" name="Straight Connector 11">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67BAEA95-8F5F-D15F-DC63-D97C278DADE6}"/>
              </a:ext>
            </a:extLst>
          </p:cNvPr>
          <p:cNvSpPr>
            <a:spLocks noGrp="1"/>
          </p:cNvSpPr>
          <p:nvPr>
            <p:ph idx="1"/>
          </p:nvPr>
        </p:nvSpPr>
        <p:spPr>
          <a:xfrm>
            <a:off x="4866968" y="2221992"/>
            <a:ext cx="6627924" cy="3739896"/>
          </a:xfrm>
        </p:spPr>
        <p:txBody>
          <a:bodyPr>
            <a:normAutofit/>
          </a:bodyPr>
          <a:lstStyle/>
          <a:p>
            <a:pPr marL="0" indent="0">
              <a:buNone/>
            </a:pPr>
            <a:r>
              <a:rPr lang="es-ES" b="1" dirty="0"/>
              <a:t>Problemas:</a:t>
            </a:r>
          </a:p>
          <a:p>
            <a:pPr marL="0" indent="0">
              <a:buNone/>
            </a:pPr>
            <a:r>
              <a:rPr lang="es-ES" b="1" dirty="0">
                <a:latin typeface="Aptos" panose="020B0004020202020204" pitchFamily="34" charset="0"/>
                <a:ea typeface="Aptos" panose="020B0004020202020204" pitchFamily="34" charset="0"/>
                <a:cs typeface="Times New Roman" panose="02020603050405020304" pitchFamily="18" charset="0"/>
              </a:rPr>
              <a:t>-P</a:t>
            </a:r>
            <a:r>
              <a:rPr lang="es-ES" b="1" dirty="0">
                <a:effectLst/>
                <a:latin typeface="Aptos" panose="020B0004020202020204" pitchFamily="34" charset="0"/>
                <a:ea typeface="Aptos" panose="020B0004020202020204" pitchFamily="34" charset="0"/>
                <a:cs typeface="Times New Roman" panose="02020603050405020304" pitchFamily="18" charset="0"/>
              </a:rPr>
              <a:t>resencia de interrupciones en un único procesador. </a:t>
            </a:r>
          </a:p>
          <a:p>
            <a:pPr marL="0" indent="0">
              <a:buNone/>
            </a:pPr>
            <a:r>
              <a:rPr lang="es-ES" b="1" dirty="0">
                <a:effectLst/>
                <a:latin typeface="Aptos" panose="020B0004020202020204" pitchFamily="34" charset="0"/>
                <a:ea typeface="Aptos" panose="020B0004020202020204" pitchFamily="34" charset="0"/>
                <a:cs typeface="Times New Roman" panose="02020603050405020304" pitchFamily="18" charset="0"/>
              </a:rPr>
              <a:t>-Múltiples hilos ejecutándose en paralelo en sistemas multiprocesador.</a:t>
            </a:r>
          </a:p>
          <a:p>
            <a:pPr marL="0" indent="0">
              <a:buNone/>
            </a:pPr>
            <a:endParaRPr lang="es-ES" dirty="0">
              <a:latin typeface="Aptos" panose="020B0004020202020204" pitchFamily="34" charset="0"/>
              <a:cs typeface="Times New Roman" panose="02020603050405020304" pitchFamily="18" charset="0"/>
            </a:endParaRPr>
          </a:p>
          <a:p>
            <a:pPr marL="0" indent="0">
              <a:buNone/>
            </a:pPr>
            <a:r>
              <a:rPr lang="es-ES" b="1" dirty="0">
                <a:latin typeface="Aptos" panose="020B0004020202020204" pitchFamily="34" charset="0"/>
                <a:cs typeface="Times New Roman" panose="02020603050405020304" pitchFamily="18" charset="0"/>
              </a:rPr>
              <a:t>Solución:</a:t>
            </a:r>
          </a:p>
          <a:p>
            <a:pPr marL="0" indent="0">
              <a:buNone/>
            </a:pPr>
            <a:r>
              <a:rPr lang="es-ES" b="1" dirty="0">
                <a:latin typeface="Aptos" panose="020B0004020202020204" pitchFamily="34" charset="0"/>
                <a:ea typeface="Aptos" panose="020B0004020202020204" pitchFamily="34" charset="0"/>
                <a:cs typeface="Times New Roman" panose="02020603050405020304" pitchFamily="18" charset="0"/>
              </a:rPr>
              <a:t>A</a:t>
            </a:r>
            <a:r>
              <a:rPr lang="es-ES" b="1" dirty="0">
                <a:effectLst/>
                <a:latin typeface="Aptos" panose="020B0004020202020204" pitchFamily="34" charset="0"/>
                <a:ea typeface="Aptos" panose="020B0004020202020204" pitchFamily="34" charset="0"/>
                <a:cs typeface="Times New Roman" panose="02020603050405020304" pitchFamily="18" charset="0"/>
              </a:rPr>
              <a:t>bordamos este problema mediante el uso de </a:t>
            </a:r>
            <a:r>
              <a:rPr lang="es-ES" b="1" dirty="0" err="1">
                <a:latin typeface="Aptos" panose="020B0004020202020204" pitchFamily="34" charset="0"/>
                <a:ea typeface="Aptos" panose="020B0004020202020204" pitchFamily="34" charset="0"/>
                <a:cs typeface="Times New Roman" panose="02020603050405020304" pitchFamily="18" charset="0"/>
              </a:rPr>
              <a:t>Locks</a:t>
            </a:r>
            <a:r>
              <a:rPr lang="es-ES" b="1" dirty="0">
                <a:latin typeface="Aptos" panose="020B0004020202020204" pitchFamily="34" charset="0"/>
                <a:ea typeface="Aptos" panose="020B0004020202020204" pitchFamily="34" charset="0"/>
                <a:cs typeface="Times New Roman" panose="02020603050405020304" pitchFamily="18" charset="0"/>
              </a:rPr>
              <a:t> </a:t>
            </a:r>
            <a:r>
              <a:rPr lang="es-ES" b="1" dirty="0">
                <a:effectLst/>
                <a:latin typeface="Aptos" panose="020B0004020202020204" pitchFamily="34" charset="0"/>
                <a:ea typeface="Aptos" panose="020B0004020202020204" pitchFamily="34" charset="0"/>
                <a:cs typeface="Times New Roman" panose="02020603050405020304" pitchFamily="18" charset="0"/>
              </a:rPr>
              <a:t>(</a:t>
            </a:r>
            <a:r>
              <a:rPr lang="es-ES" b="1" i="1" dirty="0">
                <a:latin typeface="Aptos" panose="020B0004020202020204" pitchFamily="34" charset="0"/>
                <a:ea typeface="Aptos" panose="020B0004020202020204" pitchFamily="34" charset="0"/>
                <a:cs typeface="Times New Roman" panose="02020603050405020304" pitchFamily="18" charset="0"/>
              </a:rPr>
              <a:t>bloqueos</a:t>
            </a:r>
            <a:r>
              <a:rPr lang="es-ES" b="1" dirty="0">
                <a:effectLst/>
                <a:latin typeface="Aptos" panose="020B0004020202020204" pitchFamily="34" charset="0"/>
                <a:ea typeface="Aptos" panose="020B0004020202020204" pitchFamily="34" charset="0"/>
                <a:cs typeface="Times New Roman" panose="02020603050405020304" pitchFamily="18" charset="0"/>
              </a:rPr>
              <a:t>). </a:t>
            </a:r>
            <a:endParaRPr lang="es-ES" b="1" dirty="0"/>
          </a:p>
        </p:txBody>
      </p:sp>
      <p:cxnSp>
        <p:nvCxnSpPr>
          <p:cNvPr id="14" name="Straight Connector 13">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3986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000" r="-13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E4442B-07CE-BAC1-5C96-EF7BBB580194}"/>
              </a:ext>
            </a:extLst>
          </p:cNvPr>
          <p:cNvSpPr>
            <a:spLocks noGrp="1"/>
          </p:cNvSpPr>
          <p:nvPr>
            <p:ph type="title"/>
          </p:nvPr>
        </p:nvSpPr>
        <p:spPr/>
        <p:txBody>
          <a:bodyPr/>
          <a:lstStyle/>
          <a:p>
            <a:r>
              <a:rPr lang="es-ES" b="1" dirty="0">
                <a:solidFill>
                  <a:schemeClr val="bg1"/>
                </a:solidFill>
              </a:rPr>
              <a:t>LOCKS</a:t>
            </a:r>
          </a:p>
        </p:txBody>
      </p:sp>
      <p:graphicFrame>
        <p:nvGraphicFramePr>
          <p:cNvPr id="7" name="Marcador de contenido 2">
            <a:extLst>
              <a:ext uri="{FF2B5EF4-FFF2-40B4-BE49-F238E27FC236}">
                <a16:creationId xmlns:a16="http://schemas.microsoft.com/office/drawing/2014/main" id="{EADBB1E7-E1D8-45F1-2332-0C7BFB141664}"/>
              </a:ext>
            </a:extLst>
          </p:cNvPr>
          <p:cNvGraphicFramePr>
            <a:graphicFrameLocks noGrp="1"/>
          </p:cNvGraphicFramePr>
          <p:nvPr>
            <p:ph idx="1"/>
            <p:extLst>
              <p:ext uri="{D42A27DB-BD31-4B8C-83A1-F6EECF244321}">
                <p14:modId xmlns:p14="http://schemas.microsoft.com/office/powerpoint/2010/main" val="4146887294"/>
              </p:ext>
            </p:extLst>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565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000" r="-13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942391-1EA5-B8B1-BBBC-8AF2197F4DF0}"/>
              </a:ext>
            </a:extLst>
          </p:cNvPr>
          <p:cNvSpPr>
            <a:spLocks noGrp="1"/>
          </p:cNvSpPr>
          <p:nvPr>
            <p:ph type="title"/>
          </p:nvPr>
        </p:nvSpPr>
        <p:spPr/>
        <p:txBody>
          <a:bodyPr/>
          <a:lstStyle/>
          <a:p>
            <a:r>
              <a:rPr lang="es-ES" dirty="0">
                <a:solidFill>
                  <a:schemeClr val="bg1"/>
                </a:solidFill>
              </a:rPr>
              <a:t>Ejemplo</a:t>
            </a:r>
          </a:p>
        </p:txBody>
      </p:sp>
      <p:sp>
        <p:nvSpPr>
          <p:cNvPr id="3" name="Marcador de contenido 2">
            <a:extLst>
              <a:ext uri="{FF2B5EF4-FFF2-40B4-BE49-F238E27FC236}">
                <a16:creationId xmlns:a16="http://schemas.microsoft.com/office/drawing/2014/main" id="{2D9FA9A4-9B8F-C8CC-57BD-9146F43FC0AA}"/>
              </a:ext>
            </a:extLst>
          </p:cNvPr>
          <p:cNvSpPr>
            <a:spLocks noGrp="1"/>
          </p:cNvSpPr>
          <p:nvPr>
            <p:ph idx="1"/>
          </p:nvPr>
        </p:nvSpPr>
        <p:spPr/>
        <p:txBody>
          <a:bodyPr/>
          <a:lstStyle/>
          <a:p>
            <a:pPr marL="0" indent="0">
              <a:buNone/>
            </a:pPr>
            <a:r>
              <a:rPr lang="es-ES" sz="2400" dirty="0">
                <a:highlight>
                  <a:srgbClr val="FFFF00"/>
                </a:highlight>
              </a:rPr>
              <a:t>Sección crítica:</a:t>
            </a:r>
          </a:p>
          <a:p>
            <a:pPr marL="0" indent="0">
              <a:buNone/>
            </a:pPr>
            <a:endParaRPr lang="es-ES" dirty="0"/>
          </a:p>
          <a:p>
            <a:pPr marL="0" indent="0">
              <a:buNone/>
            </a:pPr>
            <a:endParaRPr lang="es-ES" dirty="0"/>
          </a:p>
          <a:p>
            <a:pPr marL="0" indent="0">
              <a:buNone/>
            </a:pPr>
            <a:r>
              <a:rPr lang="es-ES" sz="2400" dirty="0">
                <a:highlight>
                  <a:srgbClr val="FFFF00"/>
                </a:highlight>
              </a:rPr>
              <a:t>Uso de un </a:t>
            </a:r>
            <a:r>
              <a:rPr lang="es-ES" sz="2400" dirty="0" err="1">
                <a:highlight>
                  <a:srgbClr val="FFFF00"/>
                </a:highlight>
              </a:rPr>
              <a:t>lock</a:t>
            </a:r>
            <a:r>
              <a:rPr lang="es-ES" sz="2400" dirty="0">
                <a:highlight>
                  <a:srgbClr val="FFFF00"/>
                </a:highlight>
              </a:rPr>
              <a:t> alrededor de la sección crítica:</a:t>
            </a:r>
          </a:p>
          <a:p>
            <a:pPr marL="0" indent="0">
              <a:buNone/>
            </a:pPr>
            <a:endParaRPr lang="es-ES" dirty="0"/>
          </a:p>
          <a:p>
            <a:pPr marL="0" indent="0">
              <a:buNone/>
            </a:pPr>
            <a:endParaRPr lang="es-ES" dirty="0"/>
          </a:p>
        </p:txBody>
      </p:sp>
      <p:pic>
        <p:nvPicPr>
          <p:cNvPr id="7" name="Imagen 6">
            <a:extLst>
              <a:ext uri="{FF2B5EF4-FFF2-40B4-BE49-F238E27FC236}">
                <a16:creationId xmlns:a16="http://schemas.microsoft.com/office/drawing/2014/main" id="{4166B949-BC18-C95A-7EE3-28909CAEA009}"/>
              </a:ext>
            </a:extLst>
          </p:cNvPr>
          <p:cNvPicPr>
            <a:picLocks noChangeAspect="1"/>
          </p:cNvPicPr>
          <p:nvPr/>
        </p:nvPicPr>
        <p:blipFill>
          <a:blip r:embed="rId3"/>
          <a:stretch>
            <a:fillRect/>
          </a:stretch>
        </p:blipFill>
        <p:spPr>
          <a:xfrm>
            <a:off x="700635" y="2743200"/>
            <a:ext cx="2544010" cy="415349"/>
          </a:xfrm>
          <a:prstGeom prst="rect">
            <a:avLst/>
          </a:prstGeom>
        </p:spPr>
      </p:pic>
      <p:pic>
        <p:nvPicPr>
          <p:cNvPr id="9" name="Imagen 8">
            <a:extLst>
              <a:ext uri="{FF2B5EF4-FFF2-40B4-BE49-F238E27FC236}">
                <a16:creationId xmlns:a16="http://schemas.microsoft.com/office/drawing/2014/main" id="{2710DF08-0725-C696-B4DD-841CEC93848A}"/>
              </a:ext>
            </a:extLst>
          </p:cNvPr>
          <p:cNvPicPr>
            <a:picLocks noChangeAspect="1"/>
          </p:cNvPicPr>
          <p:nvPr/>
        </p:nvPicPr>
        <p:blipFill>
          <a:blip r:embed="rId4"/>
          <a:stretch>
            <a:fillRect/>
          </a:stretch>
        </p:blipFill>
        <p:spPr>
          <a:xfrm>
            <a:off x="800099" y="4106688"/>
            <a:ext cx="9636330" cy="1631960"/>
          </a:xfrm>
          <a:prstGeom prst="rect">
            <a:avLst/>
          </a:prstGeom>
        </p:spPr>
      </p:pic>
    </p:spTree>
    <p:extLst>
      <p:ext uri="{BB962C8B-B14F-4D97-AF65-F5344CB8AC3E}">
        <p14:creationId xmlns:p14="http://schemas.microsoft.com/office/powerpoint/2010/main" val="152623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ye exam equipment">
            <a:extLst>
              <a:ext uri="{FF2B5EF4-FFF2-40B4-BE49-F238E27FC236}">
                <a16:creationId xmlns:a16="http://schemas.microsoft.com/office/drawing/2014/main" id="{DF198B0E-CEA2-776D-8E02-43E421786D3F}"/>
              </a:ext>
            </a:extLst>
          </p:cNvPr>
          <p:cNvPicPr>
            <a:picLocks noChangeAspect="1"/>
          </p:cNvPicPr>
          <p:nvPr/>
        </p:nvPicPr>
        <p:blipFill>
          <a:blip r:embed="rId2"/>
          <a:src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9DC743E-053D-E007-D2B0-F582C3637275}"/>
              </a:ext>
            </a:extLst>
          </p:cNvPr>
          <p:cNvSpPr>
            <a:spLocks noGrp="1"/>
          </p:cNvSpPr>
          <p:nvPr>
            <p:ph type="title"/>
          </p:nvPr>
        </p:nvSpPr>
        <p:spPr>
          <a:xfrm>
            <a:off x="704087" y="871759"/>
            <a:ext cx="10343664" cy="2254898"/>
          </a:xfrm>
        </p:spPr>
        <p:txBody>
          <a:bodyPr vert="horz" lIns="91440" tIns="45720" rIns="91440" bIns="45720" rtlCol="0" anchor="t">
            <a:normAutofit fontScale="90000"/>
          </a:bodyPr>
          <a:lstStyle/>
          <a:p>
            <a:r>
              <a:rPr lang="en-US" sz="5400" dirty="0">
                <a:solidFill>
                  <a:srgbClr val="FFFFFF"/>
                </a:solidFill>
              </a:rPr>
              <a:t>Locks </a:t>
            </a:r>
            <a:r>
              <a:rPr lang="en-US" sz="5400" dirty="0" err="1">
                <a:solidFill>
                  <a:srgbClr val="FFFFFF"/>
                </a:solidFill>
              </a:rPr>
              <a:t>en</a:t>
            </a:r>
            <a:r>
              <a:rPr lang="en-US" sz="5400" dirty="0">
                <a:solidFill>
                  <a:srgbClr val="FFFFFF"/>
                </a:solidFill>
              </a:rPr>
              <a:t> </a:t>
            </a:r>
            <a:r>
              <a:rPr lang="en-US" sz="5400" dirty="0" err="1">
                <a:solidFill>
                  <a:srgbClr val="FFFFFF"/>
                </a:solidFill>
              </a:rPr>
              <a:t>pthreads</a:t>
            </a:r>
            <a:r>
              <a:rPr lang="en-US" sz="5400" dirty="0">
                <a:solidFill>
                  <a:srgbClr val="FFFFFF"/>
                </a:solidFill>
              </a:rPr>
              <a:t> </a:t>
            </a:r>
            <a:br>
              <a:rPr lang="en-US" sz="5400" dirty="0">
                <a:solidFill>
                  <a:srgbClr val="FFFFFF"/>
                </a:solidFill>
              </a:rPr>
            </a:br>
            <a:r>
              <a:rPr lang="es-ES" sz="2200" b="1" dirty="0">
                <a:effectLst/>
                <a:latin typeface="Aptos" panose="020B0004020202020204" pitchFamily="34" charset="0"/>
                <a:ea typeface="Aptos" panose="020B0004020202020204" pitchFamily="34" charset="0"/>
                <a:cs typeface="Times New Roman" panose="02020603050405020304" pitchFamily="18" charset="0"/>
              </a:rPr>
              <a:t>En la biblioteca POSIX, un cerrojo se denomina </a:t>
            </a:r>
            <a:r>
              <a:rPr lang="es-ES" sz="2200" b="1" dirty="0" err="1">
                <a:effectLst/>
                <a:latin typeface="Aptos" panose="020B0004020202020204" pitchFamily="34" charset="0"/>
                <a:ea typeface="Aptos" panose="020B0004020202020204" pitchFamily="34" charset="0"/>
                <a:cs typeface="Times New Roman" panose="02020603050405020304" pitchFamily="18" charset="0"/>
              </a:rPr>
              <a:t>mutex</a:t>
            </a:r>
            <a:r>
              <a:rPr lang="es-ES" sz="2200" b="1" dirty="0">
                <a:effectLst/>
                <a:latin typeface="Aptos" panose="020B0004020202020204" pitchFamily="34" charset="0"/>
                <a:ea typeface="Aptos" panose="020B0004020202020204" pitchFamily="34" charset="0"/>
                <a:cs typeface="Times New Roman" panose="02020603050405020304" pitchFamily="18" charset="0"/>
              </a:rPr>
              <a:t>  (exclusión mutua)</a:t>
            </a:r>
            <a:br>
              <a:rPr lang="es-ES" sz="2200" b="1" dirty="0">
                <a:effectLst/>
                <a:latin typeface="Aptos" panose="020B0004020202020204" pitchFamily="34" charset="0"/>
                <a:ea typeface="Aptos" panose="020B0004020202020204" pitchFamily="34" charset="0"/>
                <a:cs typeface="Times New Roman" panose="02020603050405020304" pitchFamily="18" charset="0"/>
              </a:rPr>
            </a:br>
            <a:r>
              <a:rPr lang="es-ES" sz="2200" b="1" kern="100" dirty="0">
                <a:effectLst/>
                <a:latin typeface="Aptos" panose="020B0004020202020204" pitchFamily="34" charset="0"/>
                <a:ea typeface="Aptos" panose="020B0004020202020204" pitchFamily="34" charset="0"/>
                <a:cs typeface="Times New Roman" panose="02020603050405020304" pitchFamily="18" charset="0"/>
              </a:rPr>
              <a:t>garantiza que si un hilo está en una sección crítica, los demás quedan excluidos de entrar hasta que este termine.</a:t>
            </a:r>
            <a:br>
              <a:rPr lang="es-ES" sz="2200" kern="100" dirty="0">
                <a:effectLst/>
                <a:latin typeface="Aptos" panose="020B0004020202020204" pitchFamily="34" charset="0"/>
                <a:ea typeface="Aptos" panose="020B0004020202020204" pitchFamily="34" charset="0"/>
                <a:cs typeface="Times New Roman" panose="02020603050405020304" pitchFamily="18" charset="0"/>
              </a:rPr>
            </a:br>
            <a:br>
              <a:rPr lang="es-ES" sz="2200" kern="100" dirty="0">
                <a:effectLst/>
                <a:latin typeface="Aptos" panose="020B0004020202020204" pitchFamily="34" charset="0"/>
                <a:ea typeface="Aptos" panose="020B0004020202020204" pitchFamily="34" charset="0"/>
                <a:cs typeface="Times New Roman" panose="02020603050405020304" pitchFamily="18" charset="0"/>
              </a:rPr>
            </a:br>
            <a:r>
              <a:rPr lang="es-ES" sz="1800" b="1" kern="100" dirty="0">
                <a:effectLst/>
                <a:latin typeface="Aptos" panose="020B0004020202020204" pitchFamily="34" charset="0"/>
                <a:ea typeface="Aptos" panose="020B0004020202020204" pitchFamily="34" charset="0"/>
                <a:cs typeface="Times New Roman" panose="02020603050405020304" pitchFamily="18" charset="0"/>
              </a:rPr>
              <a:t>Ejemplo de código POSIX</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br>
              <a:rPr lang="es-ES" sz="1800" dirty="0">
                <a:effectLst/>
                <a:latin typeface="Aptos" panose="020B0004020202020204" pitchFamily="34" charset="0"/>
                <a:ea typeface="Aptos" panose="020B0004020202020204" pitchFamily="34" charset="0"/>
                <a:cs typeface="Times New Roman" panose="02020603050405020304" pitchFamily="18" charset="0"/>
              </a:rPr>
            </a:br>
            <a:br>
              <a:rPr lang="es-ES" sz="1800" dirty="0">
                <a:effectLst/>
                <a:latin typeface="Aptos" panose="020B0004020202020204" pitchFamily="34" charset="0"/>
                <a:ea typeface="Aptos" panose="020B0004020202020204" pitchFamily="34" charset="0"/>
                <a:cs typeface="Times New Roman" panose="02020603050405020304" pitchFamily="18" charset="0"/>
              </a:rPr>
            </a:br>
            <a:br>
              <a:rPr lang="en-US" sz="5400" dirty="0">
                <a:solidFill>
                  <a:srgbClr val="FFFFFF"/>
                </a:solidFill>
              </a:rPr>
            </a:br>
            <a:endParaRPr lang="en-US" sz="5400" dirty="0">
              <a:solidFill>
                <a:srgbClr val="FFFFFF"/>
              </a:solidFill>
            </a:endParaRPr>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7A742601-844F-CCF8-037A-8FC8275F2E2C}"/>
              </a:ext>
            </a:extLst>
          </p:cNvPr>
          <p:cNvPicPr>
            <a:picLocks noChangeAspect="1"/>
          </p:cNvPicPr>
          <p:nvPr/>
        </p:nvPicPr>
        <p:blipFill>
          <a:blip r:embed="rId3"/>
          <a:stretch>
            <a:fillRect/>
          </a:stretch>
        </p:blipFill>
        <p:spPr>
          <a:xfrm>
            <a:off x="884122" y="3428999"/>
            <a:ext cx="7360468" cy="2117359"/>
          </a:xfrm>
          <a:prstGeom prst="rect">
            <a:avLst/>
          </a:prstGeom>
        </p:spPr>
      </p:pic>
    </p:spTree>
    <p:extLst>
      <p:ext uri="{BB962C8B-B14F-4D97-AF65-F5344CB8AC3E}">
        <p14:creationId xmlns:p14="http://schemas.microsoft.com/office/powerpoint/2010/main" val="158335745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000" r="-13000"/>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E9EC82-652F-42BA-3C61-78A189CEDB01}"/>
              </a:ext>
            </a:extLst>
          </p:cNvPr>
          <p:cNvSpPr>
            <a:spLocks noGrp="1"/>
          </p:cNvSpPr>
          <p:nvPr>
            <p:ph type="title"/>
          </p:nvPr>
        </p:nvSpPr>
        <p:spPr>
          <a:xfrm>
            <a:off x="704088" y="914400"/>
            <a:ext cx="10798176" cy="1051914"/>
          </a:xfrm>
        </p:spPr>
        <p:txBody>
          <a:bodyPr>
            <a:normAutofit/>
          </a:bodyPr>
          <a:lstStyle/>
          <a:p>
            <a:r>
              <a:rPr lang="es-ES" b="1" dirty="0">
                <a:solidFill>
                  <a:schemeClr val="bg2"/>
                </a:solidFill>
              </a:rPr>
              <a:t>Como construir un </a:t>
            </a:r>
            <a:r>
              <a:rPr lang="es-ES" b="1" dirty="0" err="1">
                <a:solidFill>
                  <a:schemeClr val="bg2"/>
                </a:solidFill>
              </a:rPr>
              <a:t>lock</a:t>
            </a:r>
            <a:r>
              <a:rPr lang="es-ES" b="1" dirty="0">
                <a:solidFill>
                  <a:schemeClr val="bg2"/>
                </a:solidFill>
              </a:rPr>
              <a:t> eficiente</a:t>
            </a:r>
          </a:p>
        </p:txBody>
      </p:sp>
      <p:cxnSp>
        <p:nvCxnSpPr>
          <p:cNvPr id="20" name="Straight Connector 19">
            <a:extLst>
              <a:ext uri="{FF2B5EF4-FFF2-40B4-BE49-F238E27FC236}">
                <a16:creationId xmlns:a16="http://schemas.microsoft.com/office/drawing/2014/main" id="{9BB96FAB-CCBF-4D1E-9D0D-B038ACC29B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2587EC0A-1265-653D-D5A0-9A69064D0445}"/>
              </a:ext>
            </a:extLst>
          </p:cNvPr>
          <p:cNvGraphicFramePr>
            <a:graphicFrameLocks noGrp="1"/>
          </p:cNvGraphicFramePr>
          <p:nvPr>
            <p:ph idx="1"/>
            <p:extLst>
              <p:ext uri="{D42A27DB-BD31-4B8C-83A1-F6EECF244321}">
                <p14:modId xmlns:p14="http://schemas.microsoft.com/office/powerpoint/2010/main" val="1683599467"/>
              </p:ext>
            </p:extLst>
          </p:nvPr>
        </p:nvGraphicFramePr>
        <p:xfrm>
          <a:off x="800100" y="2276474"/>
          <a:ext cx="10629900" cy="38576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8833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B69CB9A-7088-DD94-D9C3-2FEF83A3B561}"/>
              </a:ext>
            </a:extLst>
          </p:cNvPr>
          <p:cNvSpPr>
            <a:spLocks noGrp="1"/>
          </p:cNvSpPr>
          <p:nvPr>
            <p:ph type="title"/>
          </p:nvPr>
        </p:nvSpPr>
        <p:spPr>
          <a:xfrm>
            <a:off x="4866968" y="914400"/>
            <a:ext cx="6627924" cy="1307592"/>
          </a:xfrm>
        </p:spPr>
        <p:txBody>
          <a:bodyPr>
            <a:normAutofit/>
          </a:bodyPr>
          <a:lstStyle/>
          <a:p>
            <a:r>
              <a:rPr lang="es-ES" b="1" dirty="0"/>
              <a:t>El enfoque de Linux: </a:t>
            </a:r>
            <a:r>
              <a:rPr lang="es-ES" b="1"/>
              <a:t>futex</a:t>
            </a:r>
            <a:endParaRPr lang="es-ES" b="1" dirty="0"/>
          </a:p>
        </p:txBody>
      </p:sp>
      <p:pic>
        <p:nvPicPr>
          <p:cNvPr id="6" name="Imagen 5">
            <a:extLst>
              <a:ext uri="{FF2B5EF4-FFF2-40B4-BE49-F238E27FC236}">
                <a16:creationId xmlns:a16="http://schemas.microsoft.com/office/drawing/2014/main" id="{1D6360AE-C793-A32F-0410-9A52A015F0F1}"/>
              </a:ext>
            </a:extLst>
          </p:cNvPr>
          <p:cNvPicPr>
            <a:picLocks noChangeAspect="1"/>
          </p:cNvPicPr>
          <p:nvPr/>
        </p:nvPicPr>
        <p:blipFill>
          <a:blip r:embed="rId3">
            <a:extLst>
              <a:ext uri="{28A0092B-C50C-407E-A947-70E740481C1C}">
                <a14:useLocalDpi xmlns:a14="http://schemas.microsoft.com/office/drawing/2010/main" val="0"/>
              </a:ext>
            </a:extLst>
          </a:blip>
          <a:srcRect l="37238" r="35387"/>
          <a:stretch/>
        </p:blipFill>
        <p:spPr>
          <a:xfrm>
            <a:off x="20" y="-17929"/>
            <a:ext cx="4206220" cy="6875929"/>
          </a:xfrm>
          <a:prstGeom prst="rect">
            <a:avLst/>
          </a:prstGeom>
          <a:blipFill>
            <a:blip r:embed="rId2"/>
            <a:tile tx="0" ty="0" sx="100000" sy="100000" flip="none" algn="tl"/>
          </a:blipFill>
        </p:spPr>
      </p:pic>
      <p:cxnSp>
        <p:nvCxnSpPr>
          <p:cNvPr id="13" name="Straight Connector 12">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E5414798-F8A6-5078-D0D3-9A686368707F}"/>
              </a:ext>
            </a:extLst>
          </p:cNvPr>
          <p:cNvSpPr>
            <a:spLocks noGrp="1"/>
          </p:cNvSpPr>
          <p:nvPr>
            <p:ph idx="1"/>
          </p:nvPr>
        </p:nvSpPr>
        <p:spPr>
          <a:xfrm>
            <a:off x="4866968" y="2221992"/>
            <a:ext cx="6627924" cy="3739896"/>
          </a:xfrm>
        </p:spPr>
        <p:txBody>
          <a:bodyPr>
            <a:normAutofit/>
          </a:bodyPr>
          <a:lstStyle/>
          <a:p>
            <a:pPr>
              <a:lnSpc>
                <a:spcPct val="100000"/>
              </a:lnSpc>
            </a:pPr>
            <a:r>
              <a:rPr lang="es-ES" sz="1700" b="1" dirty="0"/>
              <a:t>Cada </a:t>
            </a:r>
            <a:r>
              <a:rPr lang="es-ES" sz="1700" b="1" kern="100" dirty="0" err="1">
                <a:latin typeface="Aptos" panose="020B0004020202020204" pitchFamily="34" charset="0"/>
                <a:cs typeface="Times New Roman" panose="02020603050405020304" pitchFamily="18" charset="0"/>
              </a:rPr>
              <a:t>futex</a:t>
            </a:r>
            <a:r>
              <a:rPr lang="es-ES" sz="1700" b="1" kern="100" dirty="0">
                <a:latin typeface="Aptos" panose="020B0004020202020204" pitchFamily="34" charset="0"/>
                <a:cs typeface="Times New Roman" panose="02020603050405020304" pitchFamily="18" charset="0"/>
              </a:rPr>
              <a:t> </a:t>
            </a:r>
            <a:r>
              <a:rPr lang="es-ES" sz="1700" b="1" kern="100" dirty="0">
                <a:effectLst/>
                <a:latin typeface="Aptos" panose="020B0004020202020204" pitchFamily="34" charset="0"/>
                <a:ea typeface="Aptos" panose="020B0004020202020204" pitchFamily="34" charset="0"/>
                <a:cs typeface="Times New Roman" panose="02020603050405020304" pitchFamily="18" charset="0"/>
              </a:rPr>
              <a:t>está asociado a una ubicación de memoria física y una cola interna en el </a:t>
            </a:r>
            <a:r>
              <a:rPr lang="es-ES" sz="1700" b="1" kern="100" dirty="0" err="1">
                <a:effectLst/>
                <a:latin typeface="Aptos" panose="020B0004020202020204" pitchFamily="34" charset="0"/>
                <a:ea typeface="Aptos" panose="020B0004020202020204" pitchFamily="34" charset="0"/>
                <a:cs typeface="Times New Roman" panose="02020603050405020304" pitchFamily="18" charset="0"/>
              </a:rPr>
              <a:t>kernel</a:t>
            </a:r>
            <a:r>
              <a:rPr lang="es-ES" sz="1700" b="1"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00000"/>
              </a:lnSpc>
            </a:pPr>
            <a:r>
              <a:rPr lang="es-ES" sz="1700" b="1" dirty="0"/>
              <a:t>Proporciona dos llamadas principales:</a:t>
            </a:r>
          </a:p>
          <a:p>
            <a:pPr marL="0" indent="0">
              <a:lnSpc>
                <a:spcPct val="100000"/>
              </a:lnSpc>
              <a:buNone/>
            </a:pPr>
            <a:r>
              <a:rPr lang="es-ES" sz="1700" b="1" dirty="0"/>
              <a:t>   1. </a:t>
            </a:r>
            <a:r>
              <a:rPr lang="es-ES" sz="1700" b="1" dirty="0" err="1"/>
              <a:t>futex_wait</a:t>
            </a:r>
            <a:r>
              <a:rPr lang="es-ES" sz="1700" b="1" dirty="0"/>
              <a:t> (</a:t>
            </a:r>
            <a:r>
              <a:rPr lang="es-ES" sz="1700" b="1" dirty="0" err="1"/>
              <a:t>address</a:t>
            </a:r>
            <a:r>
              <a:rPr lang="es-ES" sz="1700" b="1" dirty="0"/>
              <a:t>, </a:t>
            </a:r>
            <a:r>
              <a:rPr lang="es-ES" sz="1700" b="1" dirty="0" err="1"/>
              <a:t>expected</a:t>
            </a:r>
            <a:r>
              <a:rPr lang="es-ES" sz="1700" b="1" dirty="0"/>
              <a:t>):</a:t>
            </a:r>
          </a:p>
          <a:p>
            <a:pPr>
              <a:lnSpc>
                <a:spcPct val="100000"/>
              </a:lnSpc>
              <a:buNone/>
            </a:pPr>
            <a:r>
              <a:rPr lang="es-ES" sz="1700" b="1" dirty="0"/>
              <a:t>        - Duerme el hilo actual si el valor en </a:t>
            </a:r>
            <a:r>
              <a:rPr lang="es-ES" sz="1700" b="1" dirty="0" err="1"/>
              <a:t>address</a:t>
            </a:r>
            <a:r>
              <a:rPr lang="es-ES" sz="1700" b="1" dirty="0"/>
              <a:t> es igual a </a:t>
            </a:r>
            <a:r>
              <a:rPr lang="es-ES" sz="1700" b="1" dirty="0" err="1"/>
              <a:t>expected</a:t>
            </a:r>
            <a:r>
              <a:rPr lang="es-ES" sz="1700" b="1" dirty="0"/>
              <a:t>.</a:t>
            </a:r>
          </a:p>
          <a:p>
            <a:pPr>
              <a:lnSpc>
                <a:spcPct val="100000"/>
              </a:lnSpc>
              <a:buNone/>
            </a:pPr>
            <a:r>
              <a:rPr lang="es-ES" sz="1700" b="1" dirty="0">
                <a:effectLst/>
              </a:rPr>
              <a:t>        - Si no coincide, retorna inmediatamente.</a:t>
            </a:r>
          </a:p>
          <a:p>
            <a:pPr>
              <a:lnSpc>
                <a:spcPct val="100000"/>
              </a:lnSpc>
              <a:buNone/>
            </a:pPr>
            <a:r>
              <a:rPr lang="es-ES" sz="1700" b="1" dirty="0"/>
              <a:t>   2. </a:t>
            </a:r>
            <a:r>
              <a:rPr lang="es-ES" sz="1700" b="1" dirty="0" err="1"/>
              <a:t>futex_wait</a:t>
            </a:r>
            <a:r>
              <a:rPr lang="es-ES" sz="1700" b="1" dirty="0"/>
              <a:t>(</a:t>
            </a:r>
            <a:r>
              <a:rPr lang="es-ES" sz="1700" b="1" dirty="0" err="1"/>
              <a:t>address</a:t>
            </a:r>
            <a:r>
              <a:rPr lang="es-ES" sz="1700" b="1" dirty="0"/>
              <a:t>):</a:t>
            </a:r>
          </a:p>
          <a:p>
            <a:pPr>
              <a:lnSpc>
                <a:spcPct val="100000"/>
              </a:lnSpc>
              <a:buNone/>
            </a:pPr>
            <a:r>
              <a:rPr lang="es-ES" sz="1700" b="1" dirty="0">
                <a:effectLst/>
              </a:rPr>
              <a:t>      -Despierta un hilo en espera en la cola asociada a </a:t>
            </a:r>
            <a:r>
              <a:rPr lang="es-ES" sz="1700" b="1" dirty="0" err="1">
                <a:effectLst/>
              </a:rPr>
              <a:t>address</a:t>
            </a:r>
            <a:r>
              <a:rPr lang="es-ES" sz="1700" b="1" dirty="0">
                <a:effectLst/>
              </a:rPr>
              <a:t>.</a:t>
            </a:r>
          </a:p>
        </p:txBody>
      </p:sp>
      <p:cxnSp>
        <p:nvCxnSpPr>
          <p:cNvPr id="15" name="Straight Connector 14">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927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412DBF-7D99-35FA-A648-99205BEA8F71}"/>
              </a:ext>
            </a:extLst>
          </p:cNvPr>
          <p:cNvSpPr>
            <a:spLocks noGrp="1"/>
          </p:cNvSpPr>
          <p:nvPr>
            <p:ph type="title"/>
          </p:nvPr>
        </p:nvSpPr>
        <p:spPr>
          <a:xfrm>
            <a:off x="4866968" y="914400"/>
            <a:ext cx="6627924" cy="1307592"/>
          </a:xfrm>
        </p:spPr>
        <p:txBody>
          <a:bodyPr>
            <a:normAutofit/>
          </a:bodyPr>
          <a:lstStyle/>
          <a:p>
            <a:r>
              <a:rPr lang="es-ES" dirty="0"/>
              <a:t>Ejemplo de </a:t>
            </a:r>
            <a:r>
              <a:rPr lang="es-ES"/>
              <a:t>futex</a:t>
            </a:r>
            <a:r>
              <a:rPr lang="es-ES" dirty="0"/>
              <a:t> en </a:t>
            </a:r>
            <a:r>
              <a:rPr lang="es-ES"/>
              <a:t>linux</a:t>
            </a:r>
            <a:endParaRPr lang="es-ES" dirty="0"/>
          </a:p>
        </p:txBody>
      </p:sp>
      <p:pic>
        <p:nvPicPr>
          <p:cNvPr id="5" name="Imagen 4">
            <a:extLst>
              <a:ext uri="{FF2B5EF4-FFF2-40B4-BE49-F238E27FC236}">
                <a16:creationId xmlns:a16="http://schemas.microsoft.com/office/drawing/2014/main" id="{C9487642-6A1A-8E68-1E70-972842C4ED0C}"/>
              </a:ext>
            </a:extLst>
          </p:cNvPr>
          <p:cNvPicPr>
            <a:picLocks noChangeAspect="1"/>
          </p:cNvPicPr>
          <p:nvPr/>
        </p:nvPicPr>
        <p:blipFill>
          <a:blip r:embed="rId3">
            <a:extLst>
              <a:ext uri="{28A0092B-C50C-407E-A947-70E740481C1C}">
                <a14:useLocalDpi xmlns:a14="http://schemas.microsoft.com/office/drawing/2010/main" val="0"/>
              </a:ext>
            </a:extLst>
          </a:blip>
          <a:srcRect l="37238" r="35387"/>
          <a:stretch/>
        </p:blipFill>
        <p:spPr>
          <a:xfrm>
            <a:off x="20" y="-17929"/>
            <a:ext cx="4206220" cy="6875929"/>
          </a:xfrm>
          <a:prstGeom prst="rect">
            <a:avLst/>
          </a:prstGeom>
        </p:spPr>
      </p:pic>
      <p:cxnSp>
        <p:nvCxnSpPr>
          <p:cNvPr id="12" name="Straight Connector 11">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6334EB8-0900-0604-B0C3-CEFFDA5488D5}"/>
              </a:ext>
            </a:extLst>
          </p:cNvPr>
          <p:cNvSpPr>
            <a:spLocks noGrp="1"/>
          </p:cNvSpPr>
          <p:nvPr>
            <p:ph idx="1"/>
          </p:nvPr>
        </p:nvSpPr>
        <p:spPr>
          <a:xfrm>
            <a:off x="4866968" y="2221992"/>
            <a:ext cx="6627924" cy="3739896"/>
          </a:xfrm>
        </p:spPr>
        <p:txBody>
          <a:bodyPr>
            <a:normAutofit/>
          </a:bodyPr>
          <a:lstStyle/>
          <a:p>
            <a:pPr marL="0" indent="0">
              <a:lnSpc>
                <a:spcPct val="100000"/>
              </a:lnSpc>
              <a:buNone/>
            </a:pPr>
            <a:r>
              <a:rPr lang="es-ES" sz="1900" dirty="0" err="1"/>
              <a:t>void</a:t>
            </a:r>
            <a:r>
              <a:rPr lang="es-ES" sz="1900" dirty="0"/>
              <a:t> </a:t>
            </a:r>
            <a:r>
              <a:rPr lang="es-ES" sz="1900" dirty="0" err="1"/>
              <a:t>mutex_lock</a:t>
            </a:r>
            <a:r>
              <a:rPr lang="es-ES" sz="1900" dirty="0"/>
              <a:t>(</a:t>
            </a:r>
            <a:r>
              <a:rPr lang="es-ES" sz="1900" dirty="0" err="1"/>
              <a:t>int</a:t>
            </a:r>
            <a:r>
              <a:rPr lang="es-ES" sz="1900" dirty="0"/>
              <a:t> *</a:t>
            </a:r>
            <a:r>
              <a:rPr lang="es-ES" sz="1900" dirty="0" err="1"/>
              <a:t>mutex</a:t>
            </a:r>
            <a:r>
              <a:rPr lang="es-ES" sz="1900" dirty="0"/>
              <a:t>) {</a:t>
            </a:r>
          </a:p>
          <a:p>
            <a:pPr marL="0" indent="0">
              <a:lnSpc>
                <a:spcPct val="100000"/>
              </a:lnSpc>
              <a:buNone/>
            </a:pPr>
            <a:r>
              <a:rPr lang="es-ES" sz="1900" dirty="0"/>
              <a:t>    </a:t>
            </a:r>
            <a:r>
              <a:rPr lang="es-ES" sz="1900" dirty="0" err="1"/>
              <a:t>if</a:t>
            </a:r>
            <a:r>
              <a:rPr lang="es-ES" sz="1900" dirty="0"/>
              <a:t> (</a:t>
            </a:r>
            <a:r>
              <a:rPr lang="es-ES" sz="1900" dirty="0" err="1"/>
              <a:t>atomic_bit_test_set</a:t>
            </a:r>
            <a:r>
              <a:rPr lang="es-ES" sz="1900" dirty="0"/>
              <a:t>(</a:t>
            </a:r>
            <a:r>
              <a:rPr lang="es-ES" sz="1900" dirty="0" err="1"/>
              <a:t>mutex</a:t>
            </a:r>
            <a:r>
              <a:rPr lang="es-ES" sz="1900" dirty="0"/>
              <a:t>, 31) == 0) </a:t>
            </a:r>
            <a:r>
              <a:rPr lang="es-ES" sz="1900" dirty="0" err="1"/>
              <a:t>return</a:t>
            </a:r>
            <a:r>
              <a:rPr lang="es-ES" sz="1900" dirty="0"/>
              <a:t>; // </a:t>
            </a:r>
            <a:r>
              <a:rPr lang="es-ES" sz="1900" dirty="0" err="1"/>
              <a:t>Fastpath</a:t>
            </a:r>
            <a:endParaRPr lang="es-ES" sz="1900" dirty="0"/>
          </a:p>
          <a:p>
            <a:pPr marL="0" indent="0">
              <a:lnSpc>
                <a:spcPct val="100000"/>
              </a:lnSpc>
              <a:buNone/>
            </a:pPr>
            <a:r>
              <a:rPr lang="es-ES" sz="1900" dirty="0"/>
              <a:t>    </a:t>
            </a:r>
            <a:r>
              <a:rPr lang="es-ES" sz="1900" dirty="0" err="1"/>
              <a:t>atomic_increment</a:t>
            </a:r>
            <a:r>
              <a:rPr lang="es-ES" sz="1900" dirty="0"/>
              <a:t>(</a:t>
            </a:r>
            <a:r>
              <a:rPr lang="es-ES" sz="1900" dirty="0" err="1"/>
              <a:t>mutex</a:t>
            </a:r>
            <a:r>
              <a:rPr lang="es-ES" sz="1900" dirty="0"/>
              <a:t>);</a:t>
            </a:r>
          </a:p>
          <a:p>
            <a:pPr marL="0" indent="0">
              <a:lnSpc>
                <a:spcPct val="100000"/>
              </a:lnSpc>
              <a:buNone/>
            </a:pPr>
            <a:r>
              <a:rPr lang="es-ES" sz="1900" dirty="0"/>
              <a:t>    </a:t>
            </a:r>
            <a:r>
              <a:rPr lang="es-ES" sz="1900" dirty="0" err="1"/>
              <a:t>while</a:t>
            </a:r>
            <a:r>
              <a:rPr lang="es-ES" sz="1900" dirty="0"/>
              <a:t> (1) {</a:t>
            </a:r>
          </a:p>
          <a:p>
            <a:pPr marL="0" indent="0">
              <a:lnSpc>
                <a:spcPct val="100000"/>
              </a:lnSpc>
              <a:buNone/>
            </a:pPr>
            <a:r>
              <a:rPr lang="es-ES" sz="1900" dirty="0"/>
              <a:t>        </a:t>
            </a:r>
            <a:r>
              <a:rPr lang="es-ES" sz="1900" dirty="0" err="1"/>
              <a:t>if</a:t>
            </a:r>
            <a:r>
              <a:rPr lang="es-ES" sz="1900" dirty="0"/>
              <a:t> (</a:t>
            </a:r>
            <a:r>
              <a:rPr lang="es-ES" sz="1900" dirty="0" err="1"/>
              <a:t>atomic_bit_test_set</a:t>
            </a:r>
            <a:r>
              <a:rPr lang="es-ES" sz="1900" dirty="0"/>
              <a:t>(</a:t>
            </a:r>
            <a:r>
              <a:rPr lang="es-ES" sz="1900" dirty="0" err="1"/>
              <a:t>mutex</a:t>
            </a:r>
            <a:r>
              <a:rPr lang="es-ES" sz="1900" dirty="0"/>
              <a:t>, 31) == 0) { </a:t>
            </a:r>
            <a:r>
              <a:rPr lang="es-ES" sz="1900" dirty="0" err="1"/>
              <a:t>atomic_decrement</a:t>
            </a:r>
            <a:r>
              <a:rPr lang="es-ES" sz="1900" dirty="0"/>
              <a:t>(</a:t>
            </a:r>
            <a:r>
              <a:rPr lang="es-ES" sz="1900" dirty="0" err="1"/>
              <a:t>mutex</a:t>
            </a:r>
            <a:r>
              <a:rPr lang="es-ES" sz="1900" dirty="0"/>
              <a:t>); </a:t>
            </a:r>
            <a:r>
              <a:rPr lang="es-ES" sz="1900" dirty="0" err="1"/>
              <a:t>return</a:t>
            </a:r>
            <a:r>
              <a:rPr lang="es-ES" sz="1900" dirty="0"/>
              <a:t>; }</a:t>
            </a:r>
          </a:p>
          <a:p>
            <a:pPr marL="0" indent="0">
              <a:lnSpc>
                <a:spcPct val="100000"/>
              </a:lnSpc>
              <a:buNone/>
            </a:pPr>
            <a:r>
              <a:rPr lang="es-ES" sz="1900" dirty="0"/>
              <a:t>        </a:t>
            </a:r>
            <a:r>
              <a:rPr lang="es-ES" sz="1900" dirty="0" err="1"/>
              <a:t>futex_wait</a:t>
            </a:r>
            <a:r>
              <a:rPr lang="es-ES" sz="1900" dirty="0"/>
              <a:t>(</a:t>
            </a:r>
            <a:r>
              <a:rPr lang="es-ES" sz="1900" dirty="0" err="1"/>
              <a:t>mutex</a:t>
            </a:r>
            <a:r>
              <a:rPr lang="es-ES" sz="1900" dirty="0"/>
              <a:t>, *</a:t>
            </a:r>
            <a:r>
              <a:rPr lang="es-ES" sz="1900" dirty="0" err="1"/>
              <a:t>mutex</a:t>
            </a:r>
            <a:r>
              <a:rPr lang="es-ES" sz="1900" dirty="0"/>
              <a:t>); // </a:t>
            </a:r>
            <a:r>
              <a:rPr lang="es-ES" sz="1900" dirty="0" err="1"/>
              <a:t>Slowpath</a:t>
            </a:r>
            <a:r>
              <a:rPr lang="es-ES" sz="1900" dirty="0"/>
              <a:t>: duerme</a:t>
            </a:r>
          </a:p>
          <a:p>
            <a:pPr marL="0" indent="0">
              <a:lnSpc>
                <a:spcPct val="100000"/>
              </a:lnSpc>
              <a:buNone/>
            </a:pPr>
            <a:r>
              <a:rPr lang="es-ES" sz="1900" dirty="0"/>
              <a:t>    }</a:t>
            </a:r>
          </a:p>
          <a:p>
            <a:pPr marL="0" indent="0">
              <a:lnSpc>
                <a:spcPct val="100000"/>
              </a:lnSpc>
              <a:buNone/>
            </a:pPr>
            <a:r>
              <a:rPr lang="es-ES" sz="1900" dirty="0"/>
              <a:t>}</a:t>
            </a:r>
          </a:p>
        </p:txBody>
      </p:sp>
      <p:cxnSp>
        <p:nvCxnSpPr>
          <p:cNvPr id="14" name="Straight Connector 13">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62457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237</TotalTime>
  <Words>361</Words>
  <Application>Microsoft Office PowerPoint</Application>
  <PresentationFormat>Panorámica</PresentationFormat>
  <Paragraphs>46</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Arial</vt:lpstr>
      <vt:lpstr>Calisto MT</vt:lpstr>
      <vt:lpstr>Univers Condensed</vt:lpstr>
      <vt:lpstr>ChronicleVTI</vt:lpstr>
      <vt:lpstr>Mutex</vt:lpstr>
      <vt:lpstr>Ejecutar una serie de instrucciones de forma atómica</vt:lpstr>
      <vt:lpstr>LOCKS</vt:lpstr>
      <vt:lpstr>Ejemplo</vt:lpstr>
      <vt:lpstr>Locks en pthreads  En la biblioteca POSIX, un cerrojo se denomina mutex  (exclusión mutua) garantiza que si un hilo está en una sección crítica, los demás quedan excluidos de entrar hasta que este termine.  Ejemplo de código POSIX:     </vt:lpstr>
      <vt:lpstr>Como construir un lock eficiente</vt:lpstr>
      <vt:lpstr>El enfoque de Linux: futex</vt:lpstr>
      <vt:lpstr>Ejemplo de futex en linux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Usuario</dc:creator>
  <cp:lastModifiedBy>Usuario</cp:lastModifiedBy>
  <cp:revision>22</cp:revision>
  <dcterms:created xsi:type="dcterms:W3CDTF">2025-04-14T20:30:34Z</dcterms:created>
  <dcterms:modified xsi:type="dcterms:W3CDTF">2025-04-15T16:22:07Z</dcterms:modified>
</cp:coreProperties>
</file>